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5"/>
  </p:notesMasterIdLst>
  <p:handoutMasterIdLst>
    <p:handoutMasterId r:id="rId16"/>
  </p:handoutMasterIdLst>
  <p:sldIdLst>
    <p:sldId id="256" r:id="rId5"/>
    <p:sldId id="265" r:id="rId6"/>
    <p:sldId id="292" r:id="rId7"/>
    <p:sldId id="288" r:id="rId8"/>
    <p:sldId id="298" r:id="rId9"/>
    <p:sldId id="297" r:id="rId10"/>
    <p:sldId id="290" r:id="rId11"/>
    <p:sldId id="299" r:id="rId12"/>
    <p:sldId id="300" r:id="rId13"/>
    <p:sldId id="293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2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4C1959"/>
    <a:srgbClr val="313650"/>
    <a:srgbClr val="303650"/>
    <a:srgbClr val="7F6CA1"/>
    <a:srgbClr val="B093C6"/>
    <a:srgbClr val="6DC4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86" autoAdjust="0"/>
    <p:restoredTop sz="94286" autoAdjust="0"/>
  </p:normalViewPr>
  <p:slideViewPr>
    <p:cSldViewPr snapToGrid="0" showGuides="1">
      <p:cViewPr varScale="1">
        <p:scale>
          <a:sx n="57" d="100"/>
          <a:sy n="57" d="100"/>
        </p:scale>
        <p:origin x="28" y="32"/>
      </p:cViewPr>
      <p:guideLst>
        <p:guide orient="horz" pos="1728"/>
        <p:guide pos="3840"/>
      </p:guideLst>
    </p:cSldViewPr>
  </p:slideViewPr>
  <p:outlineViewPr>
    <p:cViewPr>
      <p:scale>
        <a:sx n="33" d="100"/>
        <a:sy n="33" d="100"/>
      </p:scale>
      <p:origin x="0" y="-1618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3082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D50B603-F8EF-4339-A4FB-A12D8182BA2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C8726F-3158-41C0-BB9F-B885853A805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851B3E-1325-48C3-8E2C-998D0099FC98}" type="datetimeFigureOut">
              <a:rPr lang="en-US" smtClean="0"/>
              <a:t>7/29/2026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9B6BB1-3FBD-4D36-9DC6-192A8F01376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7B54D2-81AD-4487-9D5C-A3F7EB64486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C88DE-0065-430D-A4D0-A9AF40AB53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200664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D39CC4-BC6F-4E80-BC0D-03833D02DC81}" type="datetimeFigureOut">
              <a:rPr lang="en-US" noProof="0" smtClean="0"/>
              <a:t>7/29/2026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4652E4-5120-44D6-918A-894636DEFCBD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73467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4652E4-5120-44D6-918A-894636DEFCBD}" type="slidenum">
              <a:rPr lang="en-US" noProof="0" smtClean="0"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933599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meline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739F7D1-31ED-4588-7F6B-7214367FBA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8744" y="209677"/>
            <a:ext cx="9064752" cy="1097915"/>
          </a:xfrm>
        </p:spPr>
        <p:txBody>
          <a:bodyPr anchor="b">
            <a:normAutofit/>
          </a:bodyPr>
          <a:lstStyle>
            <a:lvl1pPr>
              <a:defRPr sz="54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13A1C6A-339B-343A-B0AD-F761FE91051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8745" y="1344676"/>
            <a:ext cx="9064752" cy="511175"/>
          </a:xfrm>
        </p:spPr>
        <p:txBody>
          <a:bodyPr lIns="164592" tIns="0">
            <a:no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535829F9-B704-5645-ABE3-F98170E89B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96346" y="585334"/>
            <a:ext cx="1005840" cy="1005840"/>
          </a:xfrm>
          <a:prstGeom prst="ellipse">
            <a:avLst/>
          </a:prstGeom>
          <a:noFill/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807DD9B-8716-9B22-9F91-88E6071F91D3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10487786" y="649342"/>
            <a:ext cx="822960" cy="822960"/>
          </a:xfrm>
          <a:prstGeom prst="ellipse">
            <a:avLst/>
          </a:prstGeom>
          <a:ln w="22225">
            <a:noFill/>
          </a:ln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3465C986-E3D2-97E7-9111-0299F9C3B1D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73608" y="2556796"/>
            <a:ext cx="1996440" cy="381190"/>
          </a:xfrm>
        </p:spPr>
        <p:txBody>
          <a:bodyPr lIns="91440" tIns="0">
            <a:noAutofit/>
          </a:bodyPr>
          <a:lstStyle>
            <a:lvl1pPr marL="0" indent="0">
              <a:buNone/>
              <a:defRPr sz="2200" b="1" cap="all" spc="10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CD86E3A-6D68-1F05-DE18-246FA7A440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3404" y="3046075"/>
            <a:ext cx="1828633" cy="96903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216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6C169315-0602-4C85-86EE-5C3554AAA92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73608" y="3391012"/>
            <a:ext cx="1996440" cy="778652"/>
          </a:xfrm>
        </p:spPr>
        <p:txBody>
          <a:bodyPr lIns="91440" tIns="0">
            <a:noAutofit/>
          </a:bodyPr>
          <a:lstStyle>
            <a:lvl1pPr marL="0" indent="0">
              <a:buNone/>
              <a:defRPr sz="1200" cap="none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70FD3BFF-C0B9-AA50-A3D6-B4A48EEF751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70560" y="4505738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2000" cap="all" baseline="0">
                <a:solidFill>
                  <a:schemeClr val="accent1">
                    <a:lumMod val="40000"/>
                    <a:lumOff val="60000"/>
                  </a:schemeClr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xxxx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EBEE5563-8FF1-7479-E11E-F0144D7533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682496" y="4399153"/>
            <a:ext cx="685800" cy="685800"/>
          </a:xfrm>
          <a:prstGeom prst="ellipse">
            <a:avLst/>
          </a:prstGeom>
          <a:noFill/>
          <a:ln w="1270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Picture Placeholder 13">
            <a:extLst>
              <a:ext uri="{FF2B5EF4-FFF2-40B4-BE49-F238E27FC236}">
                <a16:creationId xmlns:a16="http://schemas.microsoft.com/office/drawing/2014/main" id="{A69C1816-EC8E-961C-AC21-6D86E9C455A1}"/>
              </a:ext>
            </a:extLst>
          </p:cNvPr>
          <p:cNvSpPr>
            <a:spLocks noGrp="1" noChangeAspect="1"/>
          </p:cNvSpPr>
          <p:nvPr>
            <p:ph type="pic" sz="quarter" idx="35"/>
          </p:nvPr>
        </p:nvSpPr>
        <p:spPr>
          <a:xfrm>
            <a:off x="1796796" y="4513453"/>
            <a:ext cx="457200" cy="457200"/>
          </a:xfrm>
          <a:prstGeom prst="ellipse">
            <a:avLst/>
          </a:prstGeom>
          <a:ln w="19050">
            <a:noFill/>
          </a:ln>
        </p:spPr>
        <p:txBody>
          <a:bodyPr lIns="0" tIns="0" rIns="0" bIns="0">
            <a:normAutofit/>
          </a:bodyPr>
          <a:lstStyle>
            <a:lvl1pPr marL="0" indent="0" algn="ctr">
              <a:buNone/>
              <a:defRPr sz="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9F9A0E21-E67B-7E2F-ED16-4BABF078108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70560" y="4894756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1400" cap="none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9CFE922A-6A5A-4DA8-1E44-D808527720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53404" y="5377870"/>
            <a:ext cx="1827083" cy="0"/>
          </a:xfrm>
          <a:prstGeom prst="straightConnector1">
            <a:avLst/>
          </a:prstGeom>
          <a:ln w="19050" cap="flat" cmpd="sng" algn="ctr">
            <a:gradFill>
              <a:gsLst>
                <a:gs pos="0">
                  <a:schemeClr val="accent1">
                    <a:lumMod val="75000"/>
                  </a:schemeClr>
                </a:gs>
                <a:gs pos="100000">
                  <a:schemeClr val="accent3">
                    <a:lumMod val="75000"/>
                  </a:schemeClr>
                </a:gs>
              </a:gsLst>
              <a:lin ang="2160000" scaled="0"/>
            </a:gra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3D56C31D-5FDB-2235-FFF8-2AB6E04C9B1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62072" y="2556796"/>
            <a:ext cx="1996440" cy="381190"/>
          </a:xfrm>
        </p:spPr>
        <p:txBody>
          <a:bodyPr lIns="91440" tIns="0">
            <a:noAutofit/>
          </a:bodyPr>
          <a:lstStyle>
            <a:lvl1pPr marL="0" indent="0">
              <a:buNone/>
              <a:defRPr sz="2200" b="1" cap="all" spc="10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81FC81D-B431-FFA6-47F5-F40C79C53D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946272" y="3046075"/>
            <a:ext cx="1828633" cy="96903"/>
          </a:xfrm>
          <a:prstGeom prst="rect">
            <a:avLst/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216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B16A2860-4464-B092-801E-255A6B7DF3E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862072" y="3391012"/>
            <a:ext cx="1996440" cy="778652"/>
          </a:xfrm>
        </p:spPr>
        <p:txBody>
          <a:bodyPr lIns="91440" tIns="0">
            <a:noAutofit/>
          </a:bodyPr>
          <a:lstStyle>
            <a:lvl1pPr marL="0" indent="0">
              <a:buNone/>
              <a:defRPr sz="1200" cap="none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3B992882-DF57-9DAF-2532-06C30C2D9F1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862072" y="4505738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2000" cap="all" baseline="0">
                <a:solidFill>
                  <a:schemeClr val="accent3">
                    <a:lumMod val="40000"/>
                    <a:lumOff val="60000"/>
                  </a:schemeClr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xxxx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2E63250C-AB2E-9D56-C26C-1E211DFAD5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87724" y="4399153"/>
            <a:ext cx="685800" cy="685800"/>
          </a:xfrm>
          <a:prstGeom prst="ellipse">
            <a:avLst/>
          </a:prstGeom>
          <a:noFill/>
          <a:ln w="127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Picture Placeholder 13">
            <a:extLst>
              <a:ext uri="{FF2B5EF4-FFF2-40B4-BE49-F238E27FC236}">
                <a16:creationId xmlns:a16="http://schemas.microsoft.com/office/drawing/2014/main" id="{50C6734A-2661-863D-C8B6-6A4DBC588FE4}"/>
              </a:ext>
            </a:extLst>
          </p:cNvPr>
          <p:cNvSpPr>
            <a:spLocks noGrp="1" noChangeAspect="1"/>
          </p:cNvSpPr>
          <p:nvPr>
            <p:ph type="pic" sz="quarter" idx="36"/>
          </p:nvPr>
        </p:nvSpPr>
        <p:spPr>
          <a:xfrm>
            <a:off x="4002024" y="4513453"/>
            <a:ext cx="457200" cy="457200"/>
          </a:xfrm>
          <a:prstGeom prst="ellipse">
            <a:avLst/>
          </a:prstGeom>
          <a:ln w="19050">
            <a:noFill/>
          </a:ln>
        </p:spPr>
        <p:txBody>
          <a:bodyPr lIns="0" tIns="0" rIns="0" bIns="0">
            <a:normAutofit/>
          </a:bodyPr>
          <a:lstStyle>
            <a:lvl1pPr marL="0" indent="0" algn="ctr">
              <a:buNone/>
              <a:defRPr sz="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50D7755C-4D0B-D8A7-6235-8E606B39F3A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862072" y="4894756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1400" cap="none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76330766-86D4-F436-F65D-07EF389BF5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943485" y="5377870"/>
            <a:ext cx="1836387" cy="0"/>
          </a:xfrm>
          <a:prstGeom prst="straightConnector1">
            <a:avLst/>
          </a:prstGeom>
          <a:ln w="19050" cap="flat" cmpd="sng" algn="ctr">
            <a:gradFill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2"/>
                </a:gs>
              </a:gsLst>
              <a:lin ang="2160000" scaled="0"/>
            </a:gra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A540E06E-3F2B-A3DC-320A-8C968AC4350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50536" y="2556796"/>
            <a:ext cx="1996440" cy="381190"/>
          </a:xfrm>
        </p:spPr>
        <p:txBody>
          <a:bodyPr lIns="91440" tIns="0">
            <a:noAutofit/>
          </a:bodyPr>
          <a:lstStyle>
            <a:lvl1pPr marL="0" indent="0">
              <a:buNone/>
              <a:defRPr sz="2200" b="1" cap="all" spc="10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46BB721-1D88-1A03-1D55-5C79942C71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139140" y="3046075"/>
            <a:ext cx="1828634" cy="96903"/>
          </a:xfrm>
          <a:prstGeom prst="rect">
            <a:avLst/>
          </a:pr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216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51307C43-6072-93E9-BF1D-64D42AE2A52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050536" y="3391012"/>
            <a:ext cx="1996440" cy="778652"/>
          </a:xfrm>
        </p:spPr>
        <p:txBody>
          <a:bodyPr lIns="91440" tIns="0">
            <a:noAutofit/>
          </a:bodyPr>
          <a:lstStyle>
            <a:lvl1pPr marL="0" indent="0">
              <a:buNone/>
              <a:defRPr sz="1200" cap="none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7CBDAD5E-0048-0813-47FC-FFE93F191C5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065776" y="4505738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2000" cap="all" baseline="0">
                <a:solidFill>
                  <a:schemeClr val="accent2">
                    <a:lumMod val="40000"/>
                    <a:lumOff val="60000"/>
                  </a:schemeClr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xxxx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60D4CBD1-AAC9-3F04-3F49-E8579F6F7A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2952" y="4402872"/>
            <a:ext cx="685800" cy="685800"/>
          </a:xfrm>
          <a:prstGeom prst="ellipse">
            <a:avLst/>
          </a:prstGeom>
          <a:noFill/>
          <a:ln w="1270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5" name="Picture Placeholder 13">
            <a:extLst>
              <a:ext uri="{FF2B5EF4-FFF2-40B4-BE49-F238E27FC236}">
                <a16:creationId xmlns:a16="http://schemas.microsoft.com/office/drawing/2014/main" id="{F154717D-74D1-298B-EF00-6CCA65AA969B}"/>
              </a:ext>
            </a:extLst>
          </p:cNvPr>
          <p:cNvSpPr>
            <a:spLocks noGrp="1" noChangeAspect="1"/>
          </p:cNvSpPr>
          <p:nvPr>
            <p:ph type="pic" sz="quarter" idx="37"/>
          </p:nvPr>
        </p:nvSpPr>
        <p:spPr>
          <a:xfrm>
            <a:off x="6207252" y="4517172"/>
            <a:ext cx="457200" cy="457200"/>
          </a:xfrm>
          <a:prstGeom prst="ellipse">
            <a:avLst/>
          </a:prstGeom>
          <a:ln w="19050">
            <a:noFill/>
          </a:ln>
        </p:spPr>
        <p:txBody>
          <a:bodyPr lIns="0" tIns="0" rIns="0" bIns="0">
            <a:normAutofit/>
          </a:bodyPr>
          <a:lstStyle>
            <a:lvl1pPr marL="0" indent="0" algn="ctr">
              <a:buNone/>
              <a:defRPr sz="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3A23A057-C011-EB28-4869-A73F2E3B339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065776" y="4894756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1400" cap="none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EF51B736-1CC5-842A-AFEB-68B1893171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142870" y="5377870"/>
            <a:ext cx="1827639" cy="0"/>
          </a:xfrm>
          <a:prstGeom prst="straightConnector1">
            <a:avLst/>
          </a:prstGeom>
          <a:ln w="19050" cap="flat" cmpd="sng" algn="ctr">
            <a:gradFill>
              <a:gsLst>
                <a:gs pos="0">
                  <a:schemeClr val="accent2"/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2160000" scaled="0"/>
            </a:gra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716EA8F4-B9C4-991F-0EBC-D79877AD468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239000" y="2556796"/>
            <a:ext cx="1996440" cy="381190"/>
          </a:xfrm>
        </p:spPr>
        <p:txBody>
          <a:bodyPr lIns="91440" tIns="0">
            <a:noAutofit/>
          </a:bodyPr>
          <a:lstStyle>
            <a:lvl1pPr marL="0" indent="0">
              <a:buNone/>
              <a:defRPr sz="2200" b="1" cap="all" spc="10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B68F5A8-E314-7C7A-6CB2-3036DF2A8E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332009" y="3046075"/>
            <a:ext cx="1828635" cy="96903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216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5A57C80F-4C30-26E1-B38B-3D7238EC9A4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239000" y="3391012"/>
            <a:ext cx="1996440" cy="778652"/>
          </a:xfrm>
        </p:spPr>
        <p:txBody>
          <a:bodyPr lIns="91440" tIns="0">
            <a:noAutofit/>
          </a:bodyPr>
          <a:lstStyle>
            <a:lvl1pPr marL="0" indent="0">
              <a:buNone/>
              <a:defRPr sz="1200" cap="none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Text Placeholder 11">
            <a:extLst>
              <a:ext uri="{FF2B5EF4-FFF2-40B4-BE49-F238E27FC236}">
                <a16:creationId xmlns:a16="http://schemas.microsoft.com/office/drawing/2014/main" id="{A44BB5F0-6856-4711-058C-73C1CBF4646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257288" y="4505738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2000" cap="all" baseline="0">
                <a:solidFill>
                  <a:schemeClr val="accent5">
                    <a:lumMod val="40000"/>
                    <a:lumOff val="60000"/>
                  </a:schemeClr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xxxx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1EF56C89-6D7E-4196-72BF-23ACEE823C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298180" y="4402872"/>
            <a:ext cx="685800" cy="685800"/>
          </a:xfrm>
          <a:prstGeom prst="ellipse">
            <a:avLst/>
          </a:prstGeom>
          <a:noFill/>
          <a:ln w="127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" name="Picture Placeholder 13">
            <a:extLst>
              <a:ext uri="{FF2B5EF4-FFF2-40B4-BE49-F238E27FC236}">
                <a16:creationId xmlns:a16="http://schemas.microsoft.com/office/drawing/2014/main" id="{719C23E4-DE06-6FF4-1BC9-5305DE50D817}"/>
              </a:ext>
            </a:extLst>
          </p:cNvPr>
          <p:cNvSpPr>
            <a:spLocks noGrp="1" noChangeAspect="1"/>
          </p:cNvSpPr>
          <p:nvPr>
            <p:ph type="pic" sz="quarter" idx="38"/>
          </p:nvPr>
        </p:nvSpPr>
        <p:spPr>
          <a:xfrm>
            <a:off x="8412480" y="4517172"/>
            <a:ext cx="457200" cy="457200"/>
          </a:xfrm>
          <a:prstGeom prst="ellipse">
            <a:avLst/>
          </a:prstGeom>
          <a:ln w="19050">
            <a:noFill/>
          </a:ln>
        </p:spPr>
        <p:txBody>
          <a:bodyPr lIns="0" tIns="0" rIns="0" bIns="0">
            <a:normAutofit/>
          </a:bodyPr>
          <a:lstStyle>
            <a:lvl1pPr marL="0" indent="0" algn="ctr">
              <a:buNone/>
              <a:defRPr sz="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Text Placeholder 11">
            <a:extLst>
              <a:ext uri="{FF2B5EF4-FFF2-40B4-BE49-F238E27FC236}">
                <a16:creationId xmlns:a16="http://schemas.microsoft.com/office/drawing/2014/main" id="{F5A3DA8B-D38B-3994-FE85-0A331FBADAD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257288" y="4894756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1400" cap="none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A771B152-C165-EE9A-CF25-69B01D9398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333507" y="5377870"/>
            <a:ext cx="1828375" cy="0"/>
          </a:xfrm>
          <a:prstGeom prst="straightConnector1">
            <a:avLst/>
          </a:prstGeom>
          <a:ln w="19050" cap="flat" cmpd="sng" algn="ctr">
            <a:gradFill>
              <a:gsLst>
                <a:gs pos="0">
                  <a:schemeClr val="accent5">
                    <a:lumMod val="60000"/>
                    <a:lumOff val="40000"/>
                  </a:schemeClr>
                </a:gs>
                <a:gs pos="100000">
                  <a:schemeClr val="accent6"/>
                </a:gs>
              </a:gsLst>
              <a:lin ang="2160000" scaled="0"/>
            </a:gra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D3896BC4-3EFC-36C4-6071-4BF0E987F96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27464" y="2556796"/>
            <a:ext cx="1996440" cy="381190"/>
          </a:xfrm>
        </p:spPr>
        <p:txBody>
          <a:bodyPr lIns="91440" tIns="0">
            <a:noAutofit/>
          </a:bodyPr>
          <a:lstStyle>
            <a:lvl1pPr marL="0" indent="0">
              <a:buNone/>
              <a:defRPr sz="2200" b="1" cap="all" spc="10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6236E29-4894-FD6C-E56F-5B1CBA99A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524879" y="3046075"/>
            <a:ext cx="1828635" cy="96903"/>
          </a:xfrm>
          <a:prstGeom prst="rect">
            <a:avLst/>
          </a:prstGeom>
          <a:gradFill>
            <a:gsLst>
              <a:gs pos="0">
                <a:schemeClr val="accent6">
                  <a:lumMod val="60000"/>
                  <a:lumOff val="40000"/>
                </a:schemeClr>
              </a:gs>
              <a:gs pos="100000">
                <a:schemeClr val="accent6">
                  <a:lumMod val="40000"/>
                  <a:lumOff val="60000"/>
                </a:schemeClr>
              </a:gs>
            </a:gsLst>
            <a:lin ang="216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C2DA584-D9BC-7A01-6F48-363C7F6465E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427464" y="3391012"/>
            <a:ext cx="1996440" cy="778652"/>
          </a:xfrm>
        </p:spPr>
        <p:txBody>
          <a:bodyPr lIns="91440" tIns="0">
            <a:noAutofit/>
          </a:bodyPr>
          <a:lstStyle>
            <a:lvl1pPr marL="0" indent="0">
              <a:buNone/>
              <a:defRPr sz="1200" cap="none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70C95BBB-511F-F8F5-EF37-C6109C4AF4E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448800" y="4505738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2000" cap="all" baseline="0">
                <a:solidFill>
                  <a:schemeClr val="accent6">
                    <a:lumMod val="40000"/>
                    <a:lumOff val="60000"/>
                  </a:schemeClr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xxxx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D0EDAC9C-0C6E-2807-24D5-3E04B5E210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484738" y="4399153"/>
            <a:ext cx="685800" cy="685800"/>
          </a:xfrm>
          <a:prstGeom prst="ellipse">
            <a:avLst/>
          </a:prstGeom>
          <a:noFill/>
          <a:ln w="127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9" name="Picture Placeholder 13">
            <a:extLst>
              <a:ext uri="{FF2B5EF4-FFF2-40B4-BE49-F238E27FC236}">
                <a16:creationId xmlns:a16="http://schemas.microsoft.com/office/drawing/2014/main" id="{B1C0F0FD-844D-CC54-986F-B8522F12B0A5}"/>
              </a:ext>
            </a:extLst>
          </p:cNvPr>
          <p:cNvSpPr>
            <a:spLocks noGrp="1" noChangeAspect="1"/>
          </p:cNvSpPr>
          <p:nvPr>
            <p:ph type="pic" sz="quarter" idx="39"/>
          </p:nvPr>
        </p:nvSpPr>
        <p:spPr>
          <a:xfrm>
            <a:off x="10599038" y="4513453"/>
            <a:ext cx="457200" cy="457200"/>
          </a:xfrm>
          <a:prstGeom prst="ellipse">
            <a:avLst/>
          </a:prstGeom>
          <a:ln w="19050">
            <a:noFill/>
          </a:ln>
        </p:spPr>
        <p:txBody>
          <a:bodyPr lIns="0" tIns="0" rIns="0" bIns="0">
            <a:normAutofit/>
          </a:bodyPr>
          <a:lstStyle>
            <a:lvl1pPr marL="0" indent="0" algn="ctr">
              <a:buNone/>
              <a:defRPr sz="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Text Placeholder 11">
            <a:extLst>
              <a:ext uri="{FF2B5EF4-FFF2-40B4-BE49-F238E27FC236}">
                <a16:creationId xmlns:a16="http://schemas.microsoft.com/office/drawing/2014/main" id="{A00816D8-6779-7BDB-52AB-5BD0A2479E4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448800" y="4894756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1400" cap="none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D6506AFF-E40E-308E-7907-FBFC4DAAB8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524879" y="5376344"/>
            <a:ext cx="1828635" cy="3053"/>
          </a:xfrm>
          <a:prstGeom prst="straightConnector1">
            <a:avLst/>
          </a:prstGeom>
          <a:ln w="19050" cap="flat" cmpd="sng" algn="ctr">
            <a:gradFill>
              <a:gsLst>
                <a:gs pos="0">
                  <a:schemeClr val="accent6"/>
                </a:gs>
                <a:gs pos="100000">
                  <a:schemeClr val="accent6">
                    <a:lumMod val="60000"/>
                    <a:lumOff val="40000"/>
                  </a:schemeClr>
                </a:gs>
              </a:gsLst>
              <a:lin ang="2160000" scaled="0"/>
            </a:gra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0A11DE-725C-8DE4-9A24-3718A3D14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0560" y="6072886"/>
            <a:ext cx="4114800" cy="365125"/>
          </a:xfrm>
          <a:prstGeom prst="rect">
            <a:avLst/>
          </a:prstGeom>
        </p:spPr>
        <p:txBody>
          <a:bodyPr/>
          <a:lstStyle>
            <a:lvl1pPr algn="l">
              <a:defRPr sz="1000" cap="all" baseline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6D8153-A9C6-7A32-CDB7-BF9D7CB1A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8616" y="607288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0</a:t>
            </a:r>
            <a:fld id="{E6B975A5-EA91-314B-AF62-F6E264554D2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2378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meline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739F7D1-31ED-4588-7F6B-7214367FBA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8744" y="209677"/>
            <a:ext cx="9064752" cy="1097915"/>
          </a:xfrm>
          <a:noFill/>
        </p:spPr>
        <p:txBody>
          <a:bodyPr anchor="b">
            <a:normAutofit/>
          </a:bodyPr>
          <a:lstStyle>
            <a:lvl1pPr>
              <a:defRPr sz="5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13A1C6A-339B-343A-B0AD-F761FE91051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8745" y="1344676"/>
            <a:ext cx="9064752" cy="511175"/>
          </a:xfrm>
        </p:spPr>
        <p:txBody>
          <a:bodyPr lIns="164592" tIns="0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535829F9-B704-5645-ABE3-F98170E89B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96346" y="585334"/>
            <a:ext cx="1005840" cy="1005840"/>
          </a:xfrm>
          <a:prstGeom prst="ellipse">
            <a:avLst/>
          </a:prstGeom>
          <a:noFill/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807DD9B-8716-9B22-9F91-88E6071F91D3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10487786" y="649342"/>
            <a:ext cx="822960" cy="822960"/>
          </a:xfrm>
          <a:prstGeom prst="ellipse">
            <a:avLst/>
          </a:prstGeom>
          <a:ln w="22225">
            <a:noFill/>
          </a:ln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3465C986-E3D2-97E7-9111-0299F9C3B1D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73608" y="2556796"/>
            <a:ext cx="1996440" cy="381190"/>
          </a:xfrm>
        </p:spPr>
        <p:txBody>
          <a:bodyPr lIns="91440" tIns="0">
            <a:noAutofit/>
          </a:bodyPr>
          <a:lstStyle>
            <a:lvl1pPr marL="0" indent="0">
              <a:buNone/>
              <a:defRPr sz="2200" b="1" cap="all" spc="1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CD86E3A-6D68-1F05-DE18-246FA7A440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3404" y="3046075"/>
            <a:ext cx="1828633" cy="96903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216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6C169315-0602-4C85-86EE-5C3554AAA92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73608" y="3391012"/>
            <a:ext cx="1996440" cy="778652"/>
          </a:xfrm>
        </p:spPr>
        <p:txBody>
          <a:bodyPr lIns="91440" tIns="0">
            <a:noAutofit/>
          </a:bodyPr>
          <a:lstStyle>
            <a:lvl1pPr marL="0" indent="0">
              <a:buNone/>
              <a:defRPr sz="1200" cap="none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70FD3BFF-C0B9-AA50-A3D6-B4A48EEF751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70560" y="4505738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2000" cap="all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xxxx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EBEE5563-8FF1-7479-E11E-F0144D7533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682496" y="4399153"/>
            <a:ext cx="685800" cy="685800"/>
          </a:xfrm>
          <a:prstGeom prst="ellipse">
            <a:avLst/>
          </a:prstGeom>
          <a:noFill/>
          <a:ln w="127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Picture Placeholder 13">
            <a:extLst>
              <a:ext uri="{FF2B5EF4-FFF2-40B4-BE49-F238E27FC236}">
                <a16:creationId xmlns:a16="http://schemas.microsoft.com/office/drawing/2014/main" id="{A69C1816-EC8E-961C-AC21-6D86E9C455A1}"/>
              </a:ext>
            </a:extLst>
          </p:cNvPr>
          <p:cNvSpPr>
            <a:spLocks noGrp="1" noChangeAspect="1"/>
          </p:cNvSpPr>
          <p:nvPr>
            <p:ph type="pic" sz="quarter" idx="35"/>
          </p:nvPr>
        </p:nvSpPr>
        <p:spPr>
          <a:xfrm>
            <a:off x="1796796" y="4513453"/>
            <a:ext cx="457200" cy="457200"/>
          </a:xfrm>
          <a:prstGeom prst="ellipse">
            <a:avLst/>
          </a:prstGeom>
          <a:ln w="19050">
            <a:noFill/>
          </a:ln>
        </p:spPr>
        <p:txBody>
          <a:bodyPr lIns="0" tIns="0" rIns="0" bIns="0">
            <a:normAutofit/>
          </a:bodyPr>
          <a:lstStyle>
            <a:lvl1pPr marL="0" indent="0" algn="ctr">
              <a:buNone/>
              <a:defRPr sz="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9F9A0E21-E67B-7E2F-ED16-4BABF078108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70560" y="4894756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1400" cap="none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9CFE922A-6A5A-4DA8-1E44-D808527720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53404" y="5377870"/>
            <a:ext cx="1827083" cy="0"/>
          </a:xfrm>
          <a:prstGeom prst="straightConnector1">
            <a:avLst/>
          </a:prstGeom>
          <a:ln w="19050" cap="flat" cmpd="sng" algn="ctr">
            <a:gradFill>
              <a:gsLst>
                <a:gs pos="0">
                  <a:schemeClr val="accent1">
                    <a:lumMod val="75000"/>
                  </a:schemeClr>
                </a:gs>
                <a:gs pos="100000">
                  <a:schemeClr val="accent3">
                    <a:lumMod val="75000"/>
                  </a:schemeClr>
                </a:gs>
              </a:gsLst>
              <a:lin ang="2160000" scaled="0"/>
            </a:gra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3D56C31D-5FDB-2235-FFF8-2AB6E04C9B1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62072" y="2556796"/>
            <a:ext cx="1996440" cy="381190"/>
          </a:xfrm>
        </p:spPr>
        <p:txBody>
          <a:bodyPr lIns="91440" tIns="0">
            <a:noAutofit/>
          </a:bodyPr>
          <a:lstStyle>
            <a:lvl1pPr marL="0" indent="0">
              <a:buNone/>
              <a:defRPr sz="2200" b="1" cap="all" spc="1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81FC81D-B431-FFA6-47F5-F40C79C53D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946272" y="3046075"/>
            <a:ext cx="1828633" cy="96903"/>
          </a:xfrm>
          <a:prstGeom prst="rect">
            <a:avLst/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216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B16A2860-4464-B092-801E-255A6B7DF3E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862072" y="3391012"/>
            <a:ext cx="1996440" cy="778652"/>
          </a:xfrm>
        </p:spPr>
        <p:txBody>
          <a:bodyPr lIns="91440" tIns="0">
            <a:noAutofit/>
          </a:bodyPr>
          <a:lstStyle>
            <a:lvl1pPr marL="0" indent="0">
              <a:buNone/>
              <a:defRPr sz="1200" cap="none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3B992882-DF57-9DAF-2532-06C30C2D9F1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862072" y="4505738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2000" cap="all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xxxx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2E63250C-AB2E-9D56-C26C-1E211DFAD5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87724" y="4399153"/>
            <a:ext cx="685800" cy="685800"/>
          </a:xfrm>
          <a:prstGeom prst="ellipse">
            <a:avLst/>
          </a:prstGeom>
          <a:noFill/>
          <a:ln w="127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Picture Placeholder 13">
            <a:extLst>
              <a:ext uri="{FF2B5EF4-FFF2-40B4-BE49-F238E27FC236}">
                <a16:creationId xmlns:a16="http://schemas.microsoft.com/office/drawing/2014/main" id="{50C6734A-2661-863D-C8B6-6A4DBC588FE4}"/>
              </a:ext>
            </a:extLst>
          </p:cNvPr>
          <p:cNvSpPr>
            <a:spLocks noGrp="1" noChangeAspect="1"/>
          </p:cNvSpPr>
          <p:nvPr>
            <p:ph type="pic" sz="quarter" idx="36"/>
          </p:nvPr>
        </p:nvSpPr>
        <p:spPr>
          <a:xfrm>
            <a:off x="4002024" y="4513453"/>
            <a:ext cx="457200" cy="457200"/>
          </a:xfrm>
          <a:prstGeom prst="ellipse">
            <a:avLst/>
          </a:prstGeom>
          <a:ln w="19050">
            <a:noFill/>
          </a:ln>
        </p:spPr>
        <p:txBody>
          <a:bodyPr lIns="0" tIns="0" rIns="0" bIns="0">
            <a:normAutofit/>
          </a:bodyPr>
          <a:lstStyle>
            <a:lvl1pPr marL="0" indent="0" algn="ctr">
              <a:buNone/>
              <a:defRPr sz="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50D7755C-4D0B-D8A7-6235-8E606B39F3A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862072" y="4894756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1400" cap="none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76330766-86D4-F436-F65D-07EF389BF5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943485" y="5377870"/>
            <a:ext cx="1836387" cy="0"/>
          </a:xfrm>
          <a:prstGeom prst="straightConnector1">
            <a:avLst/>
          </a:prstGeom>
          <a:ln w="19050" cap="flat" cmpd="sng" algn="ctr">
            <a:gradFill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2"/>
                </a:gs>
              </a:gsLst>
              <a:lin ang="2160000" scaled="0"/>
            </a:gra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A540E06E-3F2B-A3DC-320A-8C968AC4350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50536" y="2556796"/>
            <a:ext cx="1996440" cy="381190"/>
          </a:xfrm>
        </p:spPr>
        <p:txBody>
          <a:bodyPr lIns="91440" tIns="0">
            <a:noAutofit/>
          </a:bodyPr>
          <a:lstStyle>
            <a:lvl1pPr marL="0" indent="0">
              <a:buNone/>
              <a:defRPr sz="2200" b="1" cap="all" spc="1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46BB721-1D88-1A03-1D55-5C79942C71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139140" y="3046075"/>
            <a:ext cx="1828634" cy="96903"/>
          </a:xfrm>
          <a:prstGeom prst="rect">
            <a:avLst/>
          </a:pr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216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51307C43-6072-93E9-BF1D-64D42AE2A52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050536" y="3391012"/>
            <a:ext cx="1996440" cy="778652"/>
          </a:xfrm>
        </p:spPr>
        <p:txBody>
          <a:bodyPr lIns="91440" tIns="0">
            <a:noAutofit/>
          </a:bodyPr>
          <a:lstStyle>
            <a:lvl1pPr marL="0" indent="0">
              <a:buNone/>
              <a:defRPr sz="1200" cap="none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7CBDAD5E-0048-0813-47FC-FFE93F191C5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065776" y="4505738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2000" cap="all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xxxx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60D4CBD1-AAC9-3F04-3F49-E8579F6F7A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2952" y="4402872"/>
            <a:ext cx="685800" cy="685800"/>
          </a:xfrm>
          <a:prstGeom prst="ellipse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5" name="Picture Placeholder 13">
            <a:extLst>
              <a:ext uri="{FF2B5EF4-FFF2-40B4-BE49-F238E27FC236}">
                <a16:creationId xmlns:a16="http://schemas.microsoft.com/office/drawing/2014/main" id="{F154717D-74D1-298B-EF00-6CCA65AA969B}"/>
              </a:ext>
            </a:extLst>
          </p:cNvPr>
          <p:cNvSpPr>
            <a:spLocks noGrp="1" noChangeAspect="1"/>
          </p:cNvSpPr>
          <p:nvPr>
            <p:ph type="pic" sz="quarter" idx="37"/>
          </p:nvPr>
        </p:nvSpPr>
        <p:spPr>
          <a:xfrm>
            <a:off x="6207252" y="4517172"/>
            <a:ext cx="457200" cy="457200"/>
          </a:xfrm>
          <a:prstGeom prst="ellipse">
            <a:avLst/>
          </a:prstGeom>
          <a:ln w="19050">
            <a:noFill/>
          </a:ln>
        </p:spPr>
        <p:txBody>
          <a:bodyPr lIns="0" tIns="0" rIns="0" bIns="0">
            <a:normAutofit/>
          </a:bodyPr>
          <a:lstStyle>
            <a:lvl1pPr marL="0" indent="0" algn="ctr">
              <a:buNone/>
              <a:defRPr sz="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3A23A057-C011-EB28-4869-A73F2E3B339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065776" y="4894756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1400" cap="none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EF51B736-1CC5-842A-AFEB-68B1893171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142870" y="5377870"/>
            <a:ext cx="1827639" cy="0"/>
          </a:xfrm>
          <a:prstGeom prst="straightConnector1">
            <a:avLst/>
          </a:prstGeom>
          <a:ln w="19050" cap="flat" cmpd="sng" algn="ctr">
            <a:gradFill>
              <a:gsLst>
                <a:gs pos="0">
                  <a:schemeClr val="accent2"/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2160000" scaled="0"/>
            </a:gra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716EA8F4-B9C4-991F-0EBC-D79877AD468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239000" y="2556796"/>
            <a:ext cx="1996440" cy="381190"/>
          </a:xfrm>
        </p:spPr>
        <p:txBody>
          <a:bodyPr lIns="91440" tIns="0">
            <a:noAutofit/>
          </a:bodyPr>
          <a:lstStyle>
            <a:lvl1pPr marL="0" indent="0">
              <a:buNone/>
              <a:defRPr sz="2200" b="1" cap="all" spc="1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B68F5A8-E314-7C7A-6CB2-3036DF2A8E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332009" y="3046075"/>
            <a:ext cx="1828635" cy="96903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216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5A57C80F-4C30-26E1-B38B-3D7238EC9A4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239000" y="3391012"/>
            <a:ext cx="1996440" cy="778652"/>
          </a:xfrm>
        </p:spPr>
        <p:txBody>
          <a:bodyPr lIns="91440" tIns="0">
            <a:noAutofit/>
          </a:bodyPr>
          <a:lstStyle>
            <a:lvl1pPr marL="0" indent="0">
              <a:buNone/>
              <a:defRPr sz="1200" cap="none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Text Placeholder 11">
            <a:extLst>
              <a:ext uri="{FF2B5EF4-FFF2-40B4-BE49-F238E27FC236}">
                <a16:creationId xmlns:a16="http://schemas.microsoft.com/office/drawing/2014/main" id="{A44BB5F0-6856-4711-058C-73C1CBF4646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257288" y="4505738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2000" cap="all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xxxx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1EF56C89-6D7E-4196-72BF-23ACEE823C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298180" y="4402872"/>
            <a:ext cx="685800" cy="685800"/>
          </a:xfrm>
          <a:prstGeom prst="ellipse">
            <a:avLst/>
          </a:prstGeom>
          <a:noFill/>
          <a:ln w="127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" name="Picture Placeholder 13">
            <a:extLst>
              <a:ext uri="{FF2B5EF4-FFF2-40B4-BE49-F238E27FC236}">
                <a16:creationId xmlns:a16="http://schemas.microsoft.com/office/drawing/2014/main" id="{719C23E4-DE06-6FF4-1BC9-5305DE50D817}"/>
              </a:ext>
            </a:extLst>
          </p:cNvPr>
          <p:cNvSpPr>
            <a:spLocks noGrp="1" noChangeAspect="1"/>
          </p:cNvSpPr>
          <p:nvPr>
            <p:ph type="pic" sz="quarter" idx="38"/>
          </p:nvPr>
        </p:nvSpPr>
        <p:spPr>
          <a:xfrm>
            <a:off x="8412480" y="4517172"/>
            <a:ext cx="457200" cy="457200"/>
          </a:xfrm>
          <a:prstGeom prst="ellipse">
            <a:avLst/>
          </a:prstGeom>
          <a:ln w="19050">
            <a:noFill/>
          </a:ln>
        </p:spPr>
        <p:txBody>
          <a:bodyPr lIns="0" tIns="0" rIns="0" bIns="0">
            <a:normAutofit/>
          </a:bodyPr>
          <a:lstStyle>
            <a:lvl1pPr marL="0" indent="0" algn="ctr">
              <a:buNone/>
              <a:defRPr sz="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Text Placeholder 11">
            <a:extLst>
              <a:ext uri="{FF2B5EF4-FFF2-40B4-BE49-F238E27FC236}">
                <a16:creationId xmlns:a16="http://schemas.microsoft.com/office/drawing/2014/main" id="{F5A3DA8B-D38B-3994-FE85-0A331FBADAD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257288" y="4894756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1400" cap="none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A771B152-C165-EE9A-CF25-69B01D9398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333507" y="5377870"/>
            <a:ext cx="1828375" cy="0"/>
          </a:xfrm>
          <a:prstGeom prst="straightConnector1">
            <a:avLst/>
          </a:prstGeom>
          <a:ln w="19050" cap="flat" cmpd="sng" algn="ctr">
            <a:gradFill>
              <a:gsLst>
                <a:gs pos="0">
                  <a:schemeClr val="accent5">
                    <a:lumMod val="60000"/>
                    <a:lumOff val="40000"/>
                  </a:schemeClr>
                </a:gs>
                <a:gs pos="100000">
                  <a:schemeClr val="accent6"/>
                </a:gs>
              </a:gsLst>
              <a:lin ang="2160000" scaled="0"/>
            </a:gra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D3896BC4-3EFC-36C4-6071-4BF0E987F96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27464" y="2556796"/>
            <a:ext cx="1996440" cy="381190"/>
          </a:xfrm>
        </p:spPr>
        <p:txBody>
          <a:bodyPr lIns="91440" tIns="0">
            <a:noAutofit/>
          </a:bodyPr>
          <a:lstStyle>
            <a:lvl1pPr marL="0" indent="0">
              <a:buNone/>
              <a:defRPr sz="2200" b="1" cap="all" spc="1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6236E29-4894-FD6C-E56F-5B1CBA99A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524879" y="3046075"/>
            <a:ext cx="1828635" cy="96903"/>
          </a:xfrm>
          <a:prstGeom prst="rect">
            <a:avLst/>
          </a:prstGeom>
          <a:gradFill>
            <a:gsLst>
              <a:gs pos="0">
                <a:schemeClr val="accent6">
                  <a:lumMod val="60000"/>
                  <a:lumOff val="40000"/>
                </a:schemeClr>
              </a:gs>
              <a:gs pos="100000">
                <a:schemeClr val="accent6">
                  <a:lumMod val="40000"/>
                  <a:lumOff val="60000"/>
                </a:schemeClr>
              </a:gs>
            </a:gsLst>
            <a:lin ang="216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C2DA584-D9BC-7A01-6F48-363C7F6465E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427464" y="3391012"/>
            <a:ext cx="1996440" cy="778652"/>
          </a:xfrm>
        </p:spPr>
        <p:txBody>
          <a:bodyPr lIns="91440" tIns="0">
            <a:noAutofit/>
          </a:bodyPr>
          <a:lstStyle>
            <a:lvl1pPr marL="0" indent="0">
              <a:buNone/>
              <a:defRPr sz="1200" cap="none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70C95BBB-511F-F8F5-EF37-C6109C4AF4E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448800" y="4505738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2000" cap="all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xxxx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D0EDAC9C-0C6E-2807-24D5-3E04B5E210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484738" y="4399153"/>
            <a:ext cx="685800" cy="685800"/>
          </a:xfrm>
          <a:prstGeom prst="ellipse">
            <a:avLst/>
          </a:prstGeom>
          <a:noFill/>
          <a:ln w="127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9" name="Picture Placeholder 13">
            <a:extLst>
              <a:ext uri="{FF2B5EF4-FFF2-40B4-BE49-F238E27FC236}">
                <a16:creationId xmlns:a16="http://schemas.microsoft.com/office/drawing/2014/main" id="{B1C0F0FD-844D-CC54-986F-B8522F12B0A5}"/>
              </a:ext>
            </a:extLst>
          </p:cNvPr>
          <p:cNvSpPr>
            <a:spLocks noGrp="1" noChangeAspect="1"/>
          </p:cNvSpPr>
          <p:nvPr>
            <p:ph type="pic" sz="quarter" idx="39"/>
          </p:nvPr>
        </p:nvSpPr>
        <p:spPr>
          <a:xfrm>
            <a:off x="10599038" y="4513453"/>
            <a:ext cx="457200" cy="457200"/>
          </a:xfrm>
          <a:prstGeom prst="ellipse">
            <a:avLst/>
          </a:prstGeom>
          <a:ln w="19050">
            <a:noFill/>
          </a:ln>
        </p:spPr>
        <p:txBody>
          <a:bodyPr lIns="0" tIns="0" rIns="0" bIns="0">
            <a:normAutofit/>
          </a:bodyPr>
          <a:lstStyle>
            <a:lvl1pPr marL="0" indent="0" algn="ctr">
              <a:buNone/>
              <a:defRPr sz="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Text Placeholder 11">
            <a:extLst>
              <a:ext uri="{FF2B5EF4-FFF2-40B4-BE49-F238E27FC236}">
                <a16:creationId xmlns:a16="http://schemas.microsoft.com/office/drawing/2014/main" id="{A00816D8-6779-7BDB-52AB-5BD0A2479E4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448800" y="4894756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1400" cap="none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D6506AFF-E40E-308E-7907-FBFC4DAAB8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524879" y="5376344"/>
            <a:ext cx="1828635" cy="3053"/>
          </a:xfrm>
          <a:prstGeom prst="straightConnector1">
            <a:avLst/>
          </a:prstGeom>
          <a:ln w="19050" cap="flat" cmpd="sng" algn="ctr">
            <a:gradFill>
              <a:gsLst>
                <a:gs pos="0">
                  <a:schemeClr val="accent6"/>
                </a:gs>
                <a:gs pos="100000">
                  <a:schemeClr val="accent6">
                    <a:lumMod val="60000"/>
                    <a:lumOff val="40000"/>
                  </a:schemeClr>
                </a:gs>
              </a:gsLst>
              <a:lin ang="2160000" scaled="0"/>
            </a:gra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0A11DE-725C-8DE4-9A24-3718A3D14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0560" y="6072886"/>
            <a:ext cx="4114800" cy="365125"/>
          </a:xfrm>
          <a:prstGeom prst="rect">
            <a:avLst/>
          </a:prstGeom>
        </p:spPr>
        <p:txBody>
          <a:bodyPr/>
          <a:lstStyle>
            <a:lvl1pPr algn="l">
              <a:defRPr sz="1000" cap="all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6D8153-A9C6-7A32-CDB7-BF9D7CB1A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8616" y="607288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0</a:t>
            </a:r>
            <a:fld id="{E6B975A5-EA91-314B-AF62-F6E264554D2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62439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C33530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24356F"/>
                </a:solidFill>
                <a:latin typeface="Source Sans 3"/>
                <a:cs typeface="Source Sans 3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567207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6041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5B3CF9-F6C1-EAC2-6ED5-F21274EDA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804" y="365125"/>
            <a:ext cx="1088701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484AFB-9D3B-E902-0E64-B953D0E5C9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804" y="1825625"/>
            <a:ext cx="10887012" cy="41135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54D8918F-6808-DDE5-4A7C-495DAC2489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0560" y="6072886"/>
            <a:ext cx="4114800" cy="365125"/>
          </a:xfrm>
          <a:prstGeom prst="rect">
            <a:avLst/>
          </a:prstGeom>
        </p:spPr>
        <p:txBody>
          <a:bodyPr/>
          <a:lstStyle>
            <a:lvl1pPr algn="l">
              <a:defRPr sz="1000" cap="all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A2BAE7F7-F858-A80B-8F72-EFA0C33C10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38616" y="6072886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0</a:t>
            </a:r>
            <a:fld id="{E6B975A5-EA91-314B-AF62-F6E264554D2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69711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17.png"/><Relationship Id="rId3" Type="http://schemas.openxmlformats.org/officeDocument/2006/relationships/hyperlink" Target="https://futureskillsprime.in/competency-diagnostic-test" TargetMode="External"/><Relationship Id="rId21" Type="http://schemas.openxmlformats.org/officeDocument/2006/relationships/image" Target="../media/image20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6.png"/><Relationship Id="rId2" Type="http://schemas.openxmlformats.org/officeDocument/2006/relationships/image" Target="../media/image7.jpg"/><Relationship Id="rId16" Type="http://schemas.openxmlformats.org/officeDocument/2006/relationships/hyperlink" Target="https://futureskillsprime.in/courses-and-pathways?field_campaign_group_value=All&amp;field_content_type_value%5bDeepskilling%20Course%5d=Deepskilling%20Course&amp;sort_by=field_cost_filter_value" TargetMode="External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futureskillsprime.in/govt-of-India-incentives" TargetMode="External"/><Relationship Id="rId11" Type="http://schemas.openxmlformats.org/officeDocument/2006/relationships/image" Target="../media/image12.png"/><Relationship Id="rId5" Type="http://schemas.openxmlformats.org/officeDocument/2006/relationships/hyperlink" Target="https://futureskillsprime.in/career" TargetMode="External"/><Relationship Id="rId15" Type="http://schemas.openxmlformats.org/officeDocument/2006/relationships/hyperlink" Target="https://futureskillsprime.in/courses-and-pathways?field_campaign_group_value=All&amp;field_content_type_value%5bFoundation%20course%5d=Foundation%20course&amp;field_delivery_mode_value%5bSelf-paced%5d=Self-paced&amp;sort_by=field_dueration_filter_val_value" TargetMode="External"/><Relationship Id="rId10" Type="http://schemas.openxmlformats.org/officeDocument/2006/relationships/image" Target="../media/image11.png"/><Relationship Id="rId19" Type="http://schemas.openxmlformats.org/officeDocument/2006/relationships/image" Target="../media/image18.png"/><Relationship Id="rId4" Type="http://schemas.openxmlformats.org/officeDocument/2006/relationships/hyperlink" Target="https://futureskillsprime.in/nasscom-certification" TargetMode="External"/><Relationship Id="rId9" Type="http://schemas.openxmlformats.org/officeDocument/2006/relationships/image" Target="../media/image10.png"/><Relationship Id="rId14" Type="http://schemas.openxmlformats.org/officeDocument/2006/relationships/image" Target="../media/image15.png"/><Relationship Id="rId22" Type="http://schemas.openxmlformats.org/officeDocument/2006/relationships/image" Target="../media/image21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hyperlink" Target="https://tinywebs.site/TDrd66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hyperlink" Target="https://tinywebs.site/TDrd66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jpg"/><Relationship Id="rId3" Type="http://schemas.openxmlformats.org/officeDocument/2006/relationships/image" Target="../media/image25.png"/><Relationship Id="rId7" Type="http://schemas.microsoft.com/office/2007/relationships/hdphoto" Target="../media/hdphoto1.wdp"/><Relationship Id="rId2" Type="http://schemas.openxmlformats.org/officeDocument/2006/relationships/hyperlink" Target="https://www.futureskillsprime.in/course/exploratory-data-analysis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9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10"/>
            <a:ext cx="12192000" cy="6858634"/>
            <a:chOff x="0" y="-10"/>
            <a:chExt cx="12192000" cy="6858634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372602" y="5873140"/>
              <a:ext cx="388620" cy="31750"/>
            </a:xfrm>
            <a:custGeom>
              <a:avLst/>
              <a:gdLst/>
              <a:ahLst/>
              <a:cxnLst/>
              <a:rect l="l" t="t" r="r" b="b"/>
              <a:pathLst>
                <a:path w="388620" h="31750">
                  <a:moveTo>
                    <a:pt x="30353" y="7988"/>
                  </a:moveTo>
                  <a:lnTo>
                    <a:pt x="29972" y="5765"/>
                  </a:lnTo>
                  <a:lnTo>
                    <a:pt x="23495" y="0"/>
                  </a:lnTo>
                  <a:lnTo>
                    <a:pt x="15748" y="0"/>
                  </a:lnTo>
                  <a:lnTo>
                    <a:pt x="9652" y="1244"/>
                  </a:lnTo>
                  <a:lnTo>
                    <a:pt x="4572" y="4635"/>
                  </a:lnTo>
                  <a:lnTo>
                    <a:pt x="1143" y="9652"/>
                  </a:lnTo>
                  <a:lnTo>
                    <a:pt x="0" y="15760"/>
                  </a:lnTo>
                  <a:lnTo>
                    <a:pt x="1143" y="22009"/>
                  </a:lnTo>
                  <a:lnTo>
                    <a:pt x="4572" y="27089"/>
                  </a:lnTo>
                  <a:lnTo>
                    <a:pt x="9652" y="30505"/>
                  </a:lnTo>
                  <a:lnTo>
                    <a:pt x="15748" y="31750"/>
                  </a:lnTo>
                  <a:lnTo>
                    <a:pt x="23495" y="31750"/>
                  </a:lnTo>
                  <a:lnTo>
                    <a:pt x="29972" y="25971"/>
                  </a:lnTo>
                  <a:lnTo>
                    <a:pt x="30353" y="23749"/>
                  </a:lnTo>
                  <a:lnTo>
                    <a:pt x="11303" y="23749"/>
                  </a:lnTo>
                  <a:lnTo>
                    <a:pt x="7747" y="20205"/>
                  </a:lnTo>
                  <a:lnTo>
                    <a:pt x="7747" y="11544"/>
                  </a:lnTo>
                  <a:lnTo>
                    <a:pt x="11303" y="7988"/>
                  </a:lnTo>
                  <a:lnTo>
                    <a:pt x="30353" y="7988"/>
                  </a:lnTo>
                  <a:close/>
                </a:path>
                <a:path w="388620" h="31750">
                  <a:moveTo>
                    <a:pt x="387985" y="18656"/>
                  </a:moveTo>
                  <a:lnTo>
                    <a:pt x="357251" y="18656"/>
                  </a:lnTo>
                  <a:lnTo>
                    <a:pt x="358521" y="25971"/>
                  </a:lnTo>
                  <a:lnTo>
                    <a:pt x="364998" y="31750"/>
                  </a:lnTo>
                  <a:lnTo>
                    <a:pt x="372745" y="31750"/>
                  </a:lnTo>
                  <a:lnTo>
                    <a:pt x="378841" y="30505"/>
                  </a:lnTo>
                  <a:lnTo>
                    <a:pt x="383921" y="27089"/>
                  </a:lnTo>
                  <a:lnTo>
                    <a:pt x="387350" y="22009"/>
                  </a:lnTo>
                  <a:lnTo>
                    <a:pt x="387985" y="18656"/>
                  </a:lnTo>
                  <a:close/>
                </a:path>
                <a:path w="388620" h="31750">
                  <a:moveTo>
                    <a:pt x="387985" y="13106"/>
                  </a:moveTo>
                  <a:lnTo>
                    <a:pt x="387350" y="9652"/>
                  </a:lnTo>
                  <a:lnTo>
                    <a:pt x="383921" y="4635"/>
                  </a:lnTo>
                  <a:lnTo>
                    <a:pt x="378841" y="1244"/>
                  </a:lnTo>
                  <a:lnTo>
                    <a:pt x="372745" y="0"/>
                  </a:lnTo>
                  <a:lnTo>
                    <a:pt x="364998" y="0"/>
                  </a:lnTo>
                  <a:lnTo>
                    <a:pt x="358521" y="5765"/>
                  </a:lnTo>
                  <a:lnTo>
                    <a:pt x="357251" y="13106"/>
                  </a:lnTo>
                  <a:lnTo>
                    <a:pt x="387985" y="13106"/>
                  </a:lnTo>
                  <a:close/>
                </a:path>
                <a:path w="388620" h="31750">
                  <a:moveTo>
                    <a:pt x="388264" y="13309"/>
                  </a:moveTo>
                  <a:lnTo>
                    <a:pt x="31165" y="13309"/>
                  </a:lnTo>
                  <a:lnTo>
                    <a:pt x="31165" y="12039"/>
                  </a:lnTo>
                  <a:lnTo>
                    <a:pt x="23749" y="12039"/>
                  </a:lnTo>
                  <a:lnTo>
                    <a:pt x="23749" y="13309"/>
                  </a:lnTo>
                  <a:lnTo>
                    <a:pt x="23749" y="15849"/>
                  </a:lnTo>
                  <a:lnTo>
                    <a:pt x="23749" y="18389"/>
                  </a:lnTo>
                  <a:lnTo>
                    <a:pt x="23749" y="19659"/>
                  </a:lnTo>
                  <a:lnTo>
                    <a:pt x="22377" y="19659"/>
                  </a:lnTo>
                  <a:lnTo>
                    <a:pt x="22377" y="23469"/>
                  </a:lnTo>
                  <a:lnTo>
                    <a:pt x="30734" y="23469"/>
                  </a:lnTo>
                  <a:lnTo>
                    <a:pt x="30734" y="19659"/>
                  </a:lnTo>
                  <a:lnTo>
                    <a:pt x="31165" y="19659"/>
                  </a:lnTo>
                  <a:lnTo>
                    <a:pt x="31165" y="18389"/>
                  </a:lnTo>
                  <a:lnTo>
                    <a:pt x="388251" y="18389"/>
                  </a:lnTo>
                  <a:lnTo>
                    <a:pt x="388251" y="15849"/>
                  </a:lnTo>
                  <a:lnTo>
                    <a:pt x="388264" y="13309"/>
                  </a:lnTo>
                  <a:close/>
                </a:path>
              </a:pathLst>
            </a:custGeom>
            <a:solidFill>
              <a:srgbClr val="666667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88273" y="5881369"/>
              <a:ext cx="115053" cy="10227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939276" y="5872860"/>
              <a:ext cx="111032" cy="110858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29259" y="-10"/>
              <a:ext cx="1449070" cy="100330"/>
            </a:xfrm>
            <a:custGeom>
              <a:avLst/>
              <a:gdLst/>
              <a:ahLst/>
              <a:cxnLst/>
              <a:rect l="l" t="t" r="r" b="b"/>
              <a:pathLst>
                <a:path w="1449070" h="100330">
                  <a:moveTo>
                    <a:pt x="1448815" y="0"/>
                  </a:moveTo>
                  <a:lnTo>
                    <a:pt x="0" y="0"/>
                  </a:lnTo>
                  <a:lnTo>
                    <a:pt x="0" y="100213"/>
                  </a:lnTo>
                  <a:lnTo>
                    <a:pt x="1448815" y="100213"/>
                  </a:lnTo>
                  <a:lnTo>
                    <a:pt x="1448815" y="0"/>
                  </a:lnTo>
                  <a:close/>
                </a:path>
              </a:pathLst>
            </a:custGeom>
            <a:solidFill>
              <a:srgbClr val="2435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978025" y="-10"/>
              <a:ext cx="1449070" cy="100330"/>
            </a:xfrm>
            <a:custGeom>
              <a:avLst/>
              <a:gdLst/>
              <a:ahLst/>
              <a:cxnLst/>
              <a:rect l="l" t="t" r="r" b="b"/>
              <a:pathLst>
                <a:path w="1449070" h="100330">
                  <a:moveTo>
                    <a:pt x="1448815" y="0"/>
                  </a:moveTo>
                  <a:lnTo>
                    <a:pt x="0" y="0"/>
                  </a:lnTo>
                  <a:lnTo>
                    <a:pt x="0" y="100213"/>
                  </a:lnTo>
                  <a:lnTo>
                    <a:pt x="1448815" y="100213"/>
                  </a:lnTo>
                  <a:lnTo>
                    <a:pt x="1448815" y="0"/>
                  </a:lnTo>
                  <a:close/>
                </a:path>
              </a:pathLst>
            </a:custGeom>
            <a:solidFill>
              <a:srgbClr val="1780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426840" y="-10"/>
              <a:ext cx="1449070" cy="100330"/>
            </a:xfrm>
            <a:custGeom>
              <a:avLst/>
              <a:gdLst/>
              <a:ahLst/>
              <a:cxnLst/>
              <a:rect l="l" t="t" r="r" b="b"/>
              <a:pathLst>
                <a:path w="1449070" h="100330">
                  <a:moveTo>
                    <a:pt x="1448815" y="0"/>
                  </a:moveTo>
                  <a:lnTo>
                    <a:pt x="0" y="0"/>
                  </a:lnTo>
                  <a:lnTo>
                    <a:pt x="0" y="100213"/>
                  </a:lnTo>
                  <a:lnTo>
                    <a:pt x="1448815" y="100213"/>
                  </a:lnTo>
                  <a:lnTo>
                    <a:pt x="1448815" y="0"/>
                  </a:lnTo>
                  <a:close/>
                </a:path>
              </a:pathLst>
            </a:custGeom>
            <a:solidFill>
              <a:srgbClr val="ED45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875657" y="-10"/>
              <a:ext cx="1449070" cy="100330"/>
            </a:xfrm>
            <a:custGeom>
              <a:avLst/>
              <a:gdLst/>
              <a:ahLst/>
              <a:cxnLst/>
              <a:rect l="l" t="t" r="r" b="b"/>
              <a:pathLst>
                <a:path w="1449070" h="100330">
                  <a:moveTo>
                    <a:pt x="1448815" y="0"/>
                  </a:moveTo>
                  <a:lnTo>
                    <a:pt x="0" y="0"/>
                  </a:lnTo>
                  <a:lnTo>
                    <a:pt x="0" y="100213"/>
                  </a:lnTo>
                  <a:lnTo>
                    <a:pt x="1448815" y="100213"/>
                  </a:lnTo>
                  <a:lnTo>
                    <a:pt x="1448815" y="0"/>
                  </a:lnTo>
                  <a:close/>
                </a:path>
              </a:pathLst>
            </a:custGeom>
            <a:solidFill>
              <a:srgbClr val="FFC5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324472" y="-10"/>
              <a:ext cx="1449070" cy="100330"/>
            </a:xfrm>
            <a:custGeom>
              <a:avLst/>
              <a:gdLst/>
              <a:ahLst/>
              <a:cxnLst/>
              <a:rect l="l" t="t" r="r" b="b"/>
              <a:pathLst>
                <a:path w="1449070" h="100330">
                  <a:moveTo>
                    <a:pt x="1448816" y="0"/>
                  </a:moveTo>
                  <a:lnTo>
                    <a:pt x="0" y="0"/>
                  </a:lnTo>
                  <a:lnTo>
                    <a:pt x="0" y="100213"/>
                  </a:lnTo>
                  <a:lnTo>
                    <a:pt x="1448816" y="100213"/>
                  </a:lnTo>
                  <a:lnTo>
                    <a:pt x="1448816" y="0"/>
                  </a:lnTo>
                  <a:close/>
                </a:path>
              </a:pathLst>
            </a:custGeom>
            <a:solidFill>
              <a:srgbClr val="34A7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252460" y="5672493"/>
              <a:ext cx="3939540" cy="788035"/>
            </a:xfrm>
            <a:custGeom>
              <a:avLst/>
              <a:gdLst/>
              <a:ahLst/>
              <a:cxnLst/>
              <a:rect l="l" t="t" r="r" b="b"/>
              <a:pathLst>
                <a:path w="3939540" h="788035">
                  <a:moveTo>
                    <a:pt x="2028698" y="0"/>
                  </a:moveTo>
                  <a:lnTo>
                    <a:pt x="1946021" y="380987"/>
                  </a:lnTo>
                  <a:lnTo>
                    <a:pt x="0" y="398703"/>
                  </a:lnTo>
                  <a:lnTo>
                    <a:pt x="1963801" y="398703"/>
                  </a:lnTo>
                  <a:lnTo>
                    <a:pt x="2028698" y="0"/>
                  </a:lnTo>
                  <a:close/>
                </a:path>
                <a:path w="3939540" h="788035">
                  <a:moveTo>
                    <a:pt x="3939540" y="389280"/>
                  </a:moveTo>
                  <a:lnTo>
                    <a:pt x="2006981" y="389280"/>
                  </a:lnTo>
                  <a:lnTo>
                    <a:pt x="1962531" y="787996"/>
                  </a:lnTo>
                  <a:lnTo>
                    <a:pt x="2024634" y="406996"/>
                  </a:lnTo>
                  <a:lnTo>
                    <a:pt x="3939540" y="390474"/>
                  </a:lnTo>
                  <a:lnTo>
                    <a:pt x="3939540" y="38928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9108185" y="5647740"/>
            <a:ext cx="994410" cy="35560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700" marR="5080" indent="340995">
              <a:lnSpc>
                <a:spcPts val="1200"/>
              </a:lnSpc>
              <a:spcBef>
                <a:spcPts val="305"/>
              </a:spcBef>
            </a:pPr>
            <a:r>
              <a:rPr sz="1150" i="1" spc="-10" dirty="0">
                <a:solidFill>
                  <a:srgbClr val="FFFFFF"/>
                </a:solidFill>
                <a:latin typeface="Source Sans 3"/>
                <a:cs typeface="Source Sans 3"/>
              </a:rPr>
              <a:t>Catalyzing </a:t>
            </a:r>
            <a:r>
              <a:rPr sz="1150" i="1" spc="-25" dirty="0">
                <a:solidFill>
                  <a:srgbClr val="FFFFFF"/>
                </a:solidFill>
                <a:latin typeface="Source Sans 3"/>
                <a:cs typeface="Source Sans 3"/>
              </a:rPr>
              <a:t>Industry</a:t>
            </a:r>
            <a:r>
              <a:rPr sz="1150" i="1" spc="-55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150" i="1" spc="-10" dirty="0">
                <a:solidFill>
                  <a:srgbClr val="FFFFFF"/>
                </a:solidFill>
                <a:latin typeface="Source Sans 3"/>
                <a:cs typeface="Source Sans 3"/>
              </a:rPr>
              <a:t>Growth</a:t>
            </a:r>
            <a:endParaRPr sz="1150">
              <a:latin typeface="Source Sans 3"/>
              <a:cs typeface="Source Sans 3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330942" y="6088176"/>
            <a:ext cx="1293495" cy="3556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34925">
              <a:lnSpc>
                <a:spcPts val="1290"/>
              </a:lnSpc>
              <a:spcBef>
                <a:spcPts val="115"/>
              </a:spcBef>
            </a:pPr>
            <a:r>
              <a:rPr sz="1150" i="1" spc="-40" dirty="0">
                <a:solidFill>
                  <a:srgbClr val="FFFFFF"/>
                </a:solidFill>
                <a:latin typeface="Source Sans 3"/>
                <a:cs typeface="Source Sans 3"/>
              </a:rPr>
              <a:t>Transforming</a:t>
            </a:r>
            <a:r>
              <a:rPr sz="1150" i="1" spc="-20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150" i="1" spc="-45" dirty="0">
                <a:solidFill>
                  <a:srgbClr val="FFFFFF"/>
                </a:solidFill>
                <a:latin typeface="Source Sans 3"/>
                <a:cs typeface="Source Sans 3"/>
              </a:rPr>
              <a:t>Business</a:t>
            </a:r>
            <a:endParaRPr sz="1150">
              <a:latin typeface="Source Sans 3"/>
              <a:cs typeface="Source Sans 3"/>
            </a:endParaRPr>
          </a:p>
          <a:p>
            <a:pPr marL="12700">
              <a:lnSpc>
                <a:spcPts val="1290"/>
              </a:lnSpc>
            </a:pPr>
            <a:r>
              <a:rPr sz="1150" i="1" spc="-25" dirty="0">
                <a:solidFill>
                  <a:srgbClr val="FFFFFF"/>
                </a:solidFill>
                <a:latin typeface="Source Sans 3"/>
                <a:cs typeface="Source Sans 3"/>
              </a:rPr>
              <a:t>Transforming</a:t>
            </a:r>
            <a:r>
              <a:rPr sz="1150" i="1" spc="-30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150" i="1" spc="-20" dirty="0">
                <a:solidFill>
                  <a:srgbClr val="FFFFFF"/>
                </a:solidFill>
                <a:latin typeface="Source Sans 3"/>
                <a:cs typeface="Source Sans 3"/>
              </a:rPr>
              <a:t>India</a:t>
            </a:r>
            <a:endParaRPr sz="1150">
              <a:latin typeface="Source Sans 3"/>
              <a:cs typeface="Source Sans 3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72745" y="144145"/>
            <a:ext cx="11545188" cy="1310766"/>
            <a:chOff x="372745" y="144145"/>
            <a:chExt cx="11545188" cy="1310766"/>
          </a:xfrm>
        </p:grpSpPr>
        <p:sp>
          <p:nvSpPr>
            <p:cNvPr id="16" name="object 16"/>
            <p:cNvSpPr/>
            <p:nvPr/>
          </p:nvSpPr>
          <p:spPr>
            <a:xfrm>
              <a:off x="10378058" y="144145"/>
              <a:ext cx="0" cy="525780"/>
            </a:xfrm>
            <a:custGeom>
              <a:avLst/>
              <a:gdLst/>
              <a:ahLst/>
              <a:cxnLst/>
              <a:rect l="l" t="t" r="r" b="b"/>
              <a:pathLst>
                <a:path h="525780">
                  <a:moveTo>
                    <a:pt x="0" y="0"/>
                  </a:moveTo>
                  <a:lnTo>
                    <a:pt x="0" y="525652"/>
                  </a:lnTo>
                </a:path>
              </a:pathLst>
            </a:custGeom>
            <a:ln w="952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 descr="Shape  Description automatically generated with medium confidence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788145" y="246468"/>
              <a:ext cx="1338452" cy="353479"/>
            </a:xfrm>
            <a:prstGeom prst="rect">
              <a:avLst/>
            </a:prstGeom>
          </p:spPr>
        </p:pic>
        <p:pic>
          <p:nvPicPr>
            <p:cNvPr id="18" name="object 18" descr="Logo  Description automatically generated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579481" y="332854"/>
              <a:ext cx="1338452" cy="191401"/>
            </a:xfrm>
            <a:prstGeom prst="rect">
              <a:avLst/>
            </a:prstGeom>
          </p:spPr>
        </p:pic>
        <p:pic>
          <p:nvPicPr>
            <p:cNvPr id="19" name="object 19" descr="Text  Description automatically generated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72745" y="310603"/>
              <a:ext cx="2424049" cy="114430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7317" y="1145032"/>
            <a:ext cx="11863705" cy="1961514"/>
          </a:xfrm>
          <a:custGeom>
            <a:avLst/>
            <a:gdLst/>
            <a:ahLst/>
            <a:cxnLst/>
            <a:rect l="l" t="t" r="r" b="b"/>
            <a:pathLst>
              <a:path w="11863705" h="1961514">
                <a:moveTo>
                  <a:pt x="11667337" y="0"/>
                </a:moveTo>
                <a:lnTo>
                  <a:pt x="195757" y="0"/>
                </a:lnTo>
                <a:lnTo>
                  <a:pt x="150863" y="1650"/>
                </a:lnTo>
                <a:lnTo>
                  <a:pt x="109664" y="6350"/>
                </a:lnTo>
                <a:lnTo>
                  <a:pt x="43002" y="23621"/>
                </a:lnTo>
                <a:lnTo>
                  <a:pt x="5168" y="48513"/>
                </a:lnTo>
                <a:lnTo>
                  <a:pt x="0" y="62991"/>
                </a:lnTo>
                <a:lnTo>
                  <a:pt x="0" y="1898141"/>
                </a:lnTo>
                <a:lnTo>
                  <a:pt x="43002" y="1937512"/>
                </a:lnTo>
                <a:lnTo>
                  <a:pt x="109664" y="1954783"/>
                </a:lnTo>
                <a:lnTo>
                  <a:pt x="150863" y="1959482"/>
                </a:lnTo>
                <a:lnTo>
                  <a:pt x="195757" y="1961133"/>
                </a:lnTo>
                <a:lnTo>
                  <a:pt x="11667337" y="1961133"/>
                </a:lnTo>
                <a:lnTo>
                  <a:pt x="11712295" y="1959482"/>
                </a:lnTo>
                <a:lnTo>
                  <a:pt x="11753443" y="1954783"/>
                </a:lnTo>
                <a:lnTo>
                  <a:pt x="11820118" y="1937512"/>
                </a:lnTo>
                <a:lnTo>
                  <a:pt x="11857964" y="1912619"/>
                </a:lnTo>
                <a:lnTo>
                  <a:pt x="11863171" y="1898141"/>
                </a:lnTo>
                <a:lnTo>
                  <a:pt x="11863171" y="62991"/>
                </a:lnTo>
                <a:lnTo>
                  <a:pt x="11820118" y="23621"/>
                </a:lnTo>
                <a:lnTo>
                  <a:pt x="11753443" y="6350"/>
                </a:lnTo>
                <a:lnTo>
                  <a:pt x="11712295" y="1650"/>
                </a:lnTo>
                <a:lnTo>
                  <a:pt x="11667337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729" y="3805949"/>
            <a:ext cx="2253234" cy="254749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315972" y="3369373"/>
            <a:ext cx="9505315" cy="378460"/>
          </a:xfrm>
          <a:prstGeom prst="rect">
            <a:avLst/>
          </a:prstGeom>
          <a:solidFill>
            <a:srgbClr val="ED453B"/>
          </a:solidFill>
        </p:spPr>
        <p:txBody>
          <a:bodyPr vert="horz" wrap="square" lIns="0" tIns="78740" rIns="0" bIns="0" rtlCol="0">
            <a:spAutoFit/>
          </a:bodyPr>
          <a:lstStyle/>
          <a:p>
            <a:pPr marL="268605">
              <a:lnSpc>
                <a:spcPct val="100000"/>
              </a:lnSpc>
              <a:spcBef>
                <a:spcPts val="620"/>
              </a:spcBef>
            </a:pPr>
            <a:r>
              <a:rPr sz="1400" b="1" dirty="0">
                <a:solidFill>
                  <a:srgbClr val="FFFFFF"/>
                </a:solidFill>
                <a:latin typeface="Source Sans 3"/>
                <a:cs typeface="Source Sans 3"/>
              </a:rPr>
              <a:t>Empowering</a:t>
            </a:r>
            <a:r>
              <a:rPr sz="1400" b="1" spc="-50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400" b="1" dirty="0">
                <a:solidFill>
                  <a:srgbClr val="FFFFFF"/>
                </a:solidFill>
                <a:latin typeface="Source Sans 3"/>
                <a:cs typeface="Source Sans 3"/>
              </a:rPr>
              <a:t>learners</a:t>
            </a:r>
            <a:r>
              <a:rPr sz="1400" b="1" spc="-35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400" b="1" dirty="0">
                <a:solidFill>
                  <a:srgbClr val="FFFFFF"/>
                </a:solidFill>
                <a:latin typeface="Source Sans 3"/>
                <a:cs typeface="Source Sans 3"/>
              </a:rPr>
              <a:t>at</a:t>
            </a:r>
            <a:r>
              <a:rPr sz="1400" b="1" spc="-20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400" b="1" dirty="0">
                <a:solidFill>
                  <a:srgbClr val="FFFFFF"/>
                </a:solidFill>
                <a:latin typeface="Source Sans 3"/>
                <a:cs typeface="Source Sans 3"/>
              </a:rPr>
              <a:t>every</a:t>
            </a:r>
            <a:r>
              <a:rPr sz="1400" b="1" spc="-25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400" b="1" dirty="0">
                <a:solidFill>
                  <a:srgbClr val="FFFFFF"/>
                </a:solidFill>
                <a:latin typeface="Source Sans 3"/>
                <a:cs typeface="Source Sans 3"/>
              </a:rPr>
              <a:t>step</a:t>
            </a:r>
            <a:r>
              <a:rPr sz="1400" b="1" spc="-30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400" b="1" dirty="0">
                <a:solidFill>
                  <a:srgbClr val="FFFFFF"/>
                </a:solidFill>
                <a:latin typeface="Source Sans 3"/>
                <a:cs typeface="Source Sans 3"/>
              </a:rPr>
              <a:t>of</a:t>
            </a:r>
            <a:r>
              <a:rPr sz="1400" b="1" spc="-20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400" b="1" dirty="0">
                <a:solidFill>
                  <a:srgbClr val="FFFFFF"/>
                </a:solidFill>
                <a:latin typeface="Source Sans 3"/>
                <a:cs typeface="Source Sans 3"/>
              </a:rPr>
              <a:t>their</a:t>
            </a:r>
            <a:r>
              <a:rPr sz="1400" b="1" spc="-20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400" b="1" dirty="0">
                <a:solidFill>
                  <a:srgbClr val="FFFFFF"/>
                </a:solidFill>
                <a:latin typeface="Source Sans 3"/>
                <a:cs typeface="Source Sans 3"/>
              </a:rPr>
              <a:t>journey</a:t>
            </a:r>
            <a:r>
              <a:rPr sz="1400" b="1" spc="-5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400" b="1" dirty="0">
                <a:solidFill>
                  <a:srgbClr val="FFFFFF"/>
                </a:solidFill>
                <a:latin typeface="Source Sans 3"/>
                <a:cs typeface="Source Sans 3"/>
              </a:rPr>
              <a:t>-</a:t>
            </a:r>
            <a:r>
              <a:rPr sz="1400" b="1" spc="-25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400" b="1" dirty="0">
                <a:solidFill>
                  <a:srgbClr val="FFFFFF"/>
                </a:solidFill>
                <a:latin typeface="Source Sans 3"/>
                <a:cs typeface="Source Sans 3"/>
              </a:rPr>
              <a:t>from</a:t>
            </a:r>
            <a:r>
              <a:rPr sz="1400" b="1" spc="-25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400" b="1" dirty="0">
                <a:solidFill>
                  <a:srgbClr val="FFFFFF"/>
                </a:solidFill>
                <a:latin typeface="Source Sans 3"/>
                <a:cs typeface="Source Sans 3"/>
              </a:rPr>
              <a:t>course</a:t>
            </a:r>
            <a:r>
              <a:rPr sz="1400" b="1" spc="-20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400" b="1" dirty="0">
                <a:solidFill>
                  <a:srgbClr val="FFFFFF"/>
                </a:solidFill>
                <a:latin typeface="Source Sans 3"/>
                <a:cs typeface="Source Sans 3"/>
              </a:rPr>
              <a:t>selection</a:t>
            </a:r>
            <a:r>
              <a:rPr sz="1400" b="1" spc="-45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400" b="1" dirty="0">
                <a:solidFill>
                  <a:srgbClr val="FFFFFF"/>
                </a:solidFill>
                <a:latin typeface="Source Sans 3"/>
                <a:cs typeface="Source Sans 3"/>
              </a:rPr>
              <a:t>to</a:t>
            </a:r>
            <a:r>
              <a:rPr sz="1400" b="1" spc="-10" dirty="0">
                <a:solidFill>
                  <a:srgbClr val="FFFFFF"/>
                </a:solidFill>
                <a:latin typeface="Source Sans 3"/>
                <a:cs typeface="Source Sans 3"/>
              </a:rPr>
              <a:t> skill-</a:t>
            </a:r>
            <a:r>
              <a:rPr sz="1400" b="1" dirty="0">
                <a:solidFill>
                  <a:srgbClr val="FFFFFF"/>
                </a:solidFill>
                <a:latin typeface="Source Sans 3"/>
                <a:cs typeface="Source Sans 3"/>
              </a:rPr>
              <a:t>building</a:t>
            </a:r>
            <a:r>
              <a:rPr sz="1400" b="1" spc="-10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400" b="1" dirty="0">
                <a:solidFill>
                  <a:srgbClr val="FFFFFF"/>
                </a:solidFill>
                <a:latin typeface="Source Sans 3"/>
                <a:cs typeface="Source Sans 3"/>
              </a:rPr>
              <a:t>to</a:t>
            </a:r>
            <a:r>
              <a:rPr sz="1400" b="1" spc="-20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400" b="1" dirty="0">
                <a:solidFill>
                  <a:srgbClr val="FFFFFF"/>
                </a:solidFill>
                <a:latin typeface="Source Sans 3"/>
                <a:cs typeface="Source Sans 3"/>
              </a:rPr>
              <a:t>finding</a:t>
            </a:r>
            <a:r>
              <a:rPr sz="1400" b="1" spc="-20" dirty="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Source Sans 3"/>
                <a:cs typeface="Source Sans 3"/>
              </a:rPr>
              <a:t>employment.</a:t>
            </a:r>
            <a:endParaRPr sz="1400">
              <a:latin typeface="Source Sans 3"/>
              <a:cs typeface="Source Sans 3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90365" y="4007865"/>
            <a:ext cx="1172845" cy="1000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3B3B3B"/>
                </a:solidFill>
                <a:latin typeface="Source Sans 3"/>
                <a:cs typeface="Source Sans 3"/>
              </a:rPr>
              <a:t>Assess</a:t>
            </a:r>
            <a:r>
              <a:rPr sz="1600" spc="-20" dirty="0">
                <a:solidFill>
                  <a:srgbClr val="3B3B3B"/>
                </a:solidFill>
                <a:latin typeface="Source Sans 3"/>
                <a:cs typeface="Source Sans 3"/>
              </a:rPr>
              <a:t> your </a:t>
            </a:r>
            <a:r>
              <a:rPr sz="1600" dirty="0">
                <a:solidFill>
                  <a:srgbClr val="3B3B3B"/>
                </a:solidFill>
                <a:latin typeface="Source Sans 3"/>
                <a:cs typeface="Source Sans 3"/>
              </a:rPr>
              <a:t>Aptitude</a:t>
            </a:r>
            <a:r>
              <a:rPr sz="1600" spc="-60" dirty="0">
                <a:solidFill>
                  <a:srgbClr val="3B3B3B"/>
                </a:solidFill>
                <a:latin typeface="Source Sans 3"/>
                <a:cs typeface="Source Sans 3"/>
              </a:rPr>
              <a:t> </a:t>
            </a:r>
            <a:r>
              <a:rPr sz="1600" spc="-20" dirty="0">
                <a:solidFill>
                  <a:srgbClr val="3B3B3B"/>
                </a:solidFill>
                <a:latin typeface="Source Sans 3"/>
                <a:cs typeface="Source Sans 3"/>
              </a:rPr>
              <a:t>with </a:t>
            </a:r>
            <a:r>
              <a:rPr sz="1600" u="sng" spc="-10" dirty="0">
                <a:solidFill>
                  <a:srgbClr val="ED453B"/>
                </a:solidFill>
                <a:uFill>
                  <a:solidFill>
                    <a:srgbClr val="ED453B"/>
                  </a:solidFill>
                </a:uFill>
                <a:latin typeface="Source Sans 3"/>
                <a:cs typeface="Source Sans 3"/>
                <a:hlinkClick r:id="rId3"/>
              </a:rPr>
              <a:t>Competency</a:t>
            </a:r>
            <a:r>
              <a:rPr sz="1600" u="none" spc="-10" dirty="0">
                <a:solidFill>
                  <a:srgbClr val="ED453B"/>
                </a:solidFill>
                <a:latin typeface="Source Sans 3"/>
                <a:cs typeface="Source Sans 3"/>
              </a:rPr>
              <a:t> </a:t>
            </a:r>
            <a:r>
              <a:rPr sz="1600" u="sng" spc="-10" dirty="0">
                <a:solidFill>
                  <a:srgbClr val="ED453B"/>
                </a:solidFill>
                <a:uFill>
                  <a:solidFill>
                    <a:srgbClr val="ED453B"/>
                  </a:solidFill>
                </a:uFill>
                <a:latin typeface="Source Sans 3"/>
                <a:cs typeface="Source Sans 3"/>
                <a:hlinkClick r:id="rId3"/>
              </a:rPr>
              <a:t>Diagnostics</a:t>
            </a:r>
            <a:endParaRPr sz="1600">
              <a:latin typeface="Source Sans 3"/>
              <a:cs typeface="Source Sans 3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202671" y="4088129"/>
            <a:ext cx="1567815" cy="1000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3B3B3B"/>
                </a:solidFill>
                <a:latin typeface="Source Sans 3"/>
                <a:cs typeface="Source Sans 3"/>
              </a:rPr>
              <a:t>Get</a:t>
            </a:r>
            <a:r>
              <a:rPr sz="1600" spc="5" dirty="0">
                <a:solidFill>
                  <a:srgbClr val="3B3B3B"/>
                </a:solidFill>
                <a:latin typeface="Source Sans 3"/>
                <a:cs typeface="Source Sans 3"/>
              </a:rPr>
              <a:t> </a:t>
            </a:r>
            <a:r>
              <a:rPr sz="1600" u="sng" spc="-10" dirty="0">
                <a:solidFill>
                  <a:srgbClr val="34A752"/>
                </a:solidFill>
                <a:uFill>
                  <a:solidFill>
                    <a:srgbClr val="34A752"/>
                  </a:solidFill>
                </a:uFill>
                <a:latin typeface="Source Sans 3"/>
                <a:cs typeface="Source Sans 3"/>
                <a:hlinkClick r:id="rId4"/>
              </a:rPr>
              <a:t>nasscom</a:t>
            </a:r>
            <a:r>
              <a:rPr sz="1600" u="none" spc="-10" dirty="0">
                <a:solidFill>
                  <a:srgbClr val="34A752"/>
                </a:solidFill>
                <a:latin typeface="Source Sans 3"/>
                <a:cs typeface="Source Sans 3"/>
              </a:rPr>
              <a:t> </a:t>
            </a:r>
            <a:r>
              <a:rPr sz="1600" u="sng" dirty="0">
                <a:solidFill>
                  <a:srgbClr val="34A752"/>
                </a:solidFill>
                <a:uFill>
                  <a:solidFill>
                    <a:srgbClr val="34A752"/>
                  </a:solidFill>
                </a:uFill>
                <a:latin typeface="Source Sans 3"/>
                <a:cs typeface="Source Sans 3"/>
                <a:hlinkClick r:id="rId4"/>
              </a:rPr>
              <a:t>certified</a:t>
            </a:r>
            <a:r>
              <a:rPr sz="1600" u="none" dirty="0">
                <a:solidFill>
                  <a:srgbClr val="34A752"/>
                </a:solidFill>
                <a:latin typeface="Source Sans 3"/>
                <a:cs typeface="Source Sans 3"/>
              </a:rPr>
              <a:t>.</a:t>
            </a:r>
            <a:r>
              <a:rPr sz="1600" u="none" spc="-40" dirty="0">
                <a:solidFill>
                  <a:srgbClr val="34A752"/>
                </a:solidFill>
                <a:latin typeface="Source Sans 3"/>
                <a:cs typeface="Source Sans 3"/>
              </a:rPr>
              <a:t> </a:t>
            </a:r>
            <a:r>
              <a:rPr sz="1600" u="none" spc="-20" dirty="0">
                <a:solidFill>
                  <a:srgbClr val="3B3B3B"/>
                </a:solidFill>
                <a:latin typeface="Source Sans 3"/>
                <a:cs typeface="Source Sans 3"/>
              </a:rPr>
              <a:t>Earn </a:t>
            </a:r>
            <a:r>
              <a:rPr sz="1600" u="none" dirty="0">
                <a:solidFill>
                  <a:srgbClr val="3B3B3B"/>
                </a:solidFill>
                <a:latin typeface="Source Sans 3"/>
                <a:cs typeface="Source Sans 3"/>
              </a:rPr>
              <a:t>badges</a:t>
            </a:r>
            <a:r>
              <a:rPr sz="1600" u="none" spc="-10" dirty="0">
                <a:solidFill>
                  <a:srgbClr val="3B3B3B"/>
                </a:solidFill>
                <a:latin typeface="Source Sans 3"/>
                <a:cs typeface="Source Sans 3"/>
              </a:rPr>
              <a:t> </a:t>
            </a:r>
            <a:r>
              <a:rPr sz="1600" u="none" dirty="0">
                <a:solidFill>
                  <a:srgbClr val="3B3B3B"/>
                </a:solidFill>
                <a:latin typeface="Source Sans 3"/>
                <a:cs typeface="Source Sans 3"/>
              </a:rPr>
              <a:t>for</a:t>
            </a:r>
            <a:r>
              <a:rPr sz="1600" u="none" spc="-30" dirty="0">
                <a:solidFill>
                  <a:srgbClr val="3B3B3B"/>
                </a:solidFill>
                <a:latin typeface="Source Sans 3"/>
                <a:cs typeface="Source Sans 3"/>
              </a:rPr>
              <a:t> </a:t>
            </a:r>
            <a:r>
              <a:rPr sz="1600" u="none" spc="-10" dirty="0">
                <a:solidFill>
                  <a:srgbClr val="3B3B3B"/>
                </a:solidFill>
                <a:latin typeface="Source Sans 3"/>
                <a:cs typeface="Source Sans 3"/>
              </a:rPr>
              <a:t>better </a:t>
            </a:r>
            <a:r>
              <a:rPr sz="1600" u="sng" dirty="0">
                <a:solidFill>
                  <a:srgbClr val="34A752"/>
                </a:solidFill>
                <a:uFill>
                  <a:solidFill>
                    <a:srgbClr val="34A752"/>
                  </a:solidFill>
                </a:uFill>
                <a:latin typeface="Source Sans 3"/>
                <a:cs typeface="Source Sans 3"/>
                <a:hlinkClick r:id="rId5"/>
              </a:rPr>
              <a:t>Job</a:t>
            </a:r>
            <a:r>
              <a:rPr sz="1600" u="sng" spc="-15" dirty="0">
                <a:solidFill>
                  <a:srgbClr val="34A752"/>
                </a:solidFill>
                <a:uFill>
                  <a:solidFill>
                    <a:srgbClr val="34A752"/>
                  </a:solidFill>
                </a:uFill>
                <a:latin typeface="Source Sans 3"/>
                <a:cs typeface="Source Sans 3"/>
                <a:hlinkClick r:id="rId5"/>
              </a:rPr>
              <a:t> </a:t>
            </a:r>
            <a:r>
              <a:rPr sz="1600" u="sng" spc="-10" dirty="0">
                <a:solidFill>
                  <a:srgbClr val="34A752"/>
                </a:solidFill>
                <a:uFill>
                  <a:solidFill>
                    <a:srgbClr val="34A752"/>
                  </a:solidFill>
                </a:uFill>
                <a:latin typeface="Source Sans 3"/>
                <a:cs typeface="Source Sans 3"/>
                <a:hlinkClick r:id="rId5"/>
              </a:rPr>
              <a:t>Opportunities</a:t>
            </a:r>
            <a:endParaRPr sz="1600">
              <a:latin typeface="Source Sans 3"/>
              <a:cs typeface="Source Sans 3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570223" y="5275275"/>
            <a:ext cx="1675764" cy="1000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3B3B3B"/>
                </a:solidFill>
                <a:latin typeface="Source Sans 3"/>
                <a:cs typeface="Source Sans 3"/>
              </a:rPr>
              <a:t>Fund</a:t>
            </a:r>
            <a:r>
              <a:rPr sz="1600" spc="-40" dirty="0">
                <a:solidFill>
                  <a:srgbClr val="3B3B3B"/>
                </a:solidFill>
                <a:latin typeface="Source Sans 3"/>
                <a:cs typeface="Source Sans 3"/>
              </a:rPr>
              <a:t> </a:t>
            </a:r>
            <a:r>
              <a:rPr sz="1600" dirty="0">
                <a:solidFill>
                  <a:srgbClr val="3B3B3B"/>
                </a:solidFill>
                <a:latin typeface="Source Sans 3"/>
                <a:cs typeface="Source Sans 3"/>
              </a:rPr>
              <a:t>your</a:t>
            </a:r>
            <a:r>
              <a:rPr sz="1600" spc="-15" dirty="0">
                <a:solidFill>
                  <a:srgbClr val="3B3B3B"/>
                </a:solidFill>
                <a:latin typeface="Source Sans 3"/>
                <a:cs typeface="Source Sans 3"/>
              </a:rPr>
              <a:t> </a:t>
            </a:r>
            <a:r>
              <a:rPr sz="1600" spc="-10" dirty="0">
                <a:solidFill>
                  <a:srgbClr val="3B3B3B"/>
                </a:solidFill>
                <a:latin typeface="Source Sans 3"/>
                <a:cs typeface="Source Sans 3"/>
              </a:rPr>
              <a:t>Learning </a:t>
            </a:r>
            <a:r>
              <a:rPr sz="1600" dirty="0">
                <a:solidFill>
                  <a:srgbClr val="3B3B3B"/>
                </a:solidFill>
                <a:latin typeface="Source Sans 3"/>
                <a:cs typeface="Source Sans 3"/>
              </a:rPr>
              <a:t>Ambitions</a:t>
            </a:r>
            <a:r>
              <a:rPr sz="1600" spc="-35" dirty="0">
                <a:solidFill>
                  <a:srgbClr val="3B3B3B"/>
                </a:solidFill>
                <a:latin typeface="Source Sans 3"/>
                <a:cs typeface="Source Sans 3"/>
              </a:rPr>
              <a:t> </a:t>
            </a:r>
            <a:r>
              <a:rPr sz="1600" dirty="0">
                <a:solidFill>
                  <a:srgbClr val="3B3B3B"/>
                </a:solidFill>
                <a:latin typeface="Source Sans 3"/>
                <a:cs typeface="Source Sans 3"/>
              </a:rPr>
              <a:t>with</a:t>
            </a:r>
            <a:r>
              <a:rPr sz="1600" spc="-25" dirty="0">
                <a:solidFill>
                  <a:srgbClr val="3B3B3B"/>
                </a:solidFill>
                <a:latin typeface="Source Sans 3"/>
                <a:cs typeface="Source Sans 3"/>
              </a:rPr>
              <a:t> </a:t>
            </a:r>
            <a:r>
              <a:rPr sz="1600" u="sng" spc="-25" dirty="0">
                <a:solidFill>
                  <a:srgbClr val="1780C3"/>
                </a:solidFill>
                <a:uFill>
                  <a:solidFill>
                    <a:srgbClr val="1780C3"/>
                  </a:solidFill>
                </a:uFill>
                <a:latin typeface="Source Sans 3"/>
                <a:cs typeface="Source Sans 3"/>
                <a:hlinkClick r:id="rId6"/>
              </a:rPr>
              <a:t>Gol</a:t>
            </a:r>
            <a:r>
              <a:rPr sz="1600" u="none" spc="-25" dirty="0">
                <a:solidFill>
                  <a:srgbClr val="1780C3"/>
                </a:solidFill>
                <a:latin typeface="Source Sans 3"/>
                <a:cs typeface="Source Sans 3"/>
              </a:rPr>
              <a:t> </a:t>
            </a:r>
            <a:r>
              <a:rPr sz="1600" u="sng" dirty="0">
                <a:solidFill>
                  <a:srgbClr val="1780C3"/>
                </a:solidFill>
                <a:uFill>
                  <a:solidFill>
                    <a:srgbClr val="1780C3"/>
                  </a:solidFill>
                </a:uFill>
                <a:latin typeface="Source Sans 3"/>
                <a:cs typeface="Source Sans 3"/>
                <a:hlinkClick r:id="rId6"/>
              </a:rPr>
              <a:t>Incentives</a:t>
            </a:r>
            <a:r>
              <a:rPr sz="1600" u="none" spc="-40" dirty="0">
                <a:solidFill>
                  <a:srgbClr val="1780C3"/>
                </a:solidFill>
                <a:latin typeface="Source Sans 3"/>
                <a:cs typeface="Source Sans 3"/>
              </a:rPr>
              <a:t> </a:t>
            </a:r>
            <a:r>
              <a:rPr sz="1600" u="none" spc="-10" dirty="0">
                <a:solidFill>
                  <a:srgbClr val="3B3B3B"/>
                </a:solidFill>
                <a:latin typeface="Source Sans 3"/>
                <a:cs typeface="Source Sans 3"/>
              </a:rPr>
              <a:t>through </a:t>
            </a:r>
            <a:r>
              <a:rPr sz="1600" u="none" dirty="0">
                <a:solidFill>
                  <a:srgbClr val="1780C3"/>
                </a:solidFill>
                <a:latin typeface="Source Sans 3"/>
                <a:cs typeface="Source Sans 3"/>
              </a:rPr>
              <a:t>Skills</a:t>
            </a:r>
            <a:r>
              <a:rPr sz="1600" u="none" spc="-25" dirty="0">
                <a:solidFill>
                  <a:srgbClr val="1780C3"/>
                </a:solidFill>
                <a:latin typeface="Source Sans 3"/>
                <a:cs typeface="Source Sans 3"/>
              </a:rPr>
              <a:t> </a:t>
            </a:r>
            <a:r>
              <a:rPr sz="1600" u="none" spc="-10" dirty="0">
                <a:solidFill>
                  <a:srgbClr val="1780C3"/>
                </a:solidFill>
                <a:latin typeface="Source Sans 3"/>
                <a:cs typeface="Source Sans 3"/>
              </a:rPr>
              <a:t>Wallet</a:t>
            </a:r>
            <a:endParaRPr sz="1600">
              <a:latin typeface="Source Sans 3"/>
              <a:cs typeface="Source Sans 3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202671" y="5383784"/>
            <a:ext cx="1348105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3B3B3B"/>
                </a:solidFill>
                <a:latin typeface="Source Sans 3"/>
                <a:cs typeface="Source Sans 3"/>
              </a:rPr>
              <a:t>Showcase</a:t>
            </a:r>
            <a:r>
              <a:rPr sz="1600" spc="-40" dirty="0">
                <a:solidFill>
                  <a:srgbClr val="3B3B3B"/>
                </a:solidFill>
                <a:latin typeface="Source Sans 3"/>
                <a:cs typeface="Source Sans 3"/>
              </a:rPr>
              <a:t> </a:t>
            </a:r>
            <a:r>
              <a:rPr sz="1600" spc="-10" dirty="0">
                <a:solidFill>
                  <a:srgbClr val="3B3B3B"/>
                </a:solidFill>
                <a:latin typeface="Source Sans 3"/>
                <a:cs typeface="Source Sans 3"/>
              </a:rPr>
              <a:t>skills </a:t>
            </a:r>
            <a:r>
              <a:rPr sz="1600" dirty="0">
                <a:solidFill>
                  <a:srgbClr val="3B3B3B"/>
                </a:solidFill>
                <a:latin typeface="Source Sans 3"/>
                <a:cs typeface="Source Sans 3"/>
              </a:rPr>
              <a:t>through</a:t>
            </a:r>
            <a:r>
              <a:rPr sz="1600" spc="-30" dirty="0">
                <a:solidFill>
                  <a:srgbClr val="3B3B3B"/>
                </a:solidFill>
                <a:latin typeface="Source Sans 3"/>
                <a:cs typeface="Source Sans 3"/>
              </a:rPr>
              <a:t> </a:t>
            </a:r>
            <a:r>
              <a:rPr sz="1600" b="1" spc="-10" dirty="0">
                <a:solidFill>
                  <a:srgbClr val="ED453B"/>
                </a:solidFill>
                <a:latin typeface="Source Sans 3"/>
                <a:cs typeface="Source Sans 3"/>
              </a:rPr>
              <a:t>Skills Passport</a:t>
            </a:r>
            <a:endParaRPr sz="1600">
              <a:latin typeface="Source Sans 3"/>
              <a:cs typeface="Source Sans 3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390139" y="3951351"/>
            <a:ext cx="7703184" cy="2199005"/>
            <a:chOff x="2390139" y="3951351"/>
            <a:chExt cx="7703184" cy="2199005"/>
          </a:xfrm>
        </p:grpSpPr>
        <p:sp>
          <p:nvSpPr>
            <p:cNvPr id="10" name="object 10"/>
            <p:cNvSpPr/>
            <p:nvPr/>
          </p:nvSpPr>
          <p:spPr>
            <a:xfrm>
              <a:off x="2402839" y="3964051"/>
              <a:ext cx="837565" cy="913130"/>
            </a:xfrm>
            <a:custGeom>
              <a:avLst/>
              <a:gdLst/>
              <a:ahLst/>
              <a:cxnLst/>
              <a:rect l="l" t="t" r="r" b="b"/>
              <a:pathLst>
                <a:path w="837564" h="913129">
                  <a:moveTo>
                    <a:pt x="0" y="456565"/>
                  </a:moveTo>
                  <a:lnTo>
                    <a:pt x="2456" y="406827"/>
                  </a:lnTo>
                  <a:lnTo>
                    <a:pt x="9656" y="358638"/>
                  </a:lnTo>
                  <a:lnTo>
                    <a:pt x="21344" y="312277"/>
                  </a:lnTo>
                  <a:lnTo>
                    <a:pt x="37263" y="268023"/>
                  </a:lnTo>
                  <a:lnTo>
                    <a:pt x="57159" y="226154"/>
                  </a:lnTo>
                  <a:lnTo>
                    <a:pt x="80776" y="186949"/>
                  </a:lnTo>
                  <a:lnTo>
                    <a:pt x="107857" y="150687"/>
                  </a:lnTo>
                  <a:lnTo>
                    <a:pt x="138149" y="117646"/>
                  </a:lnTo>
                  <a:lnTo>
                    <a:pt x="171395" y="88107"/>
                  </a:lnTo>
                  <a:lnTo>
                    <a:pt x="207339" y="62347"/>
                  </a:lnTo>
                  <a:lnTo>
                    <a:pt x="245726" y="40646"/>
                  </a:lnTo>
                  <a:lnTo>
                    <a:pt x="286300" y="23281"/>
                  </a:lnTo>
                  <a:lnTo>
                    <a:pt x="328806" y="10533"/>
                  </a:lnTo>
                  <a:lnTo>
                    <a:pt x="372989" y="2679"/>
                  </a:lnTo>
                  <a:lnTo>
                    <a:pt x="418592" y="0"/>
                  </a:lnTo>
                  <a:lnTo>
                    <a:pt x="464194" y="2679"/>
                  </a:lnTo>
                  <a:lnTo>
                    <a:pt x="508377" y="10533"/>
                  </a:lnTo>
                  <a:lnTo>
                    <a:pt x="550883" y="23281"/>
                  </a:lnTo>
                  <a:lnTo>
                    <a:pt x="591457" y="40646"/>
                  </a:lnTo>
                  <a:lnTo>
                    <a:pt x="629844" y="62347"/>
                  </a:lnTo>
                  <a:lnTo>
                    <a:pt x="665788" y="88107"/>
                  </a:lnTo>
                  <a:lnTo>
                    <a:pt x="699034" y="117646"/>
                  </a:lnTo>
                  <a:lnTo>
                    <a:pt x="729326" y="150687"/>
                  </a:lnTo>
                  <a:lnTo>
                    <a:pt x="756407" y="186949"/>
                  </a:lnTo>
                  <a:lnTo>
                    <a:pt x="780024" y="226154"/>
                  </a:lnTo>
                  <a:lnTo>
                    <a:pt x="799920" y="268023"/>
                  </a:lnTo>
                  <a:lnTo>
                    <a:pt x="815839" y="312277"/>
                  </a:lnTo>
                  <a:lnTo>
                    <a:pt x="827527" y="358638"/>
                  </a:lnTo>
                  <a:lnTo>
                    <a:pt x="834727" y="406827"/>
                  </a:lnTo>
                  <a:lnTo>
                    <a:pt x="837184" y="456565"/>
                  </a:lnTo>
                  <a:lnTo>
                    <a:pt x="834727" y="506300"/>
                  </a:lnTo>
                  <a:lnTo>
                    <a:pt x="827527" y="554485"/>
                  </a:lnTo>
                  <a:lnTo>
                    <a:pt x="815839" y="600839"/>
                  </a:lnTo>
                  <a:lnTo>
                    <a:pt x="799920" y="645084"/>
                  </a:lnTo>
                  <a:lnTo>
                    <a:pt x="780024" y="686943"/>
                  </a:lnTo>
                  <a:lnTo>
                    <a:pt x="756407" y="726136"/>
                  </a:lnTo>
                  <a:lnTo>
                    <a:pt x="729326" y="762385"/>
                  </a:lnTo>
                  <a:lnTo>
                    <a:pt x="699034" y="795413"/>
                  </a:lnTo>
                  <a:lnTo>
                    <a:pt x="665788" y="824940"/>
                  </a:lnTo>
                  <a:lnTo>
                    <a:pt x="629844" y="850688"/>
                  </a:lnTo>
                  <a:lnTo>
                    <a:pt x="591457" y="872379"/>
                  </a:lnTo>
                  <a:lnTo>
                    <a:pt x="550883" y="889734"/>
                  </a:lnTo>
                  <a:lnTo>
                    <a:pt x="508377" y="902475"/>
                  </a:lnTo>
                  <a:lnTo>
                    <a:pt x="464194" y="910324"/>
                  </a:lnTo>
                  <a:lnTo>
                    <a:pt x="418592" y="913003"/>
                  </a:lnTo>
                  <a:lnTo>
                    <a:pt x="372989" y="910324"/>
                  </a:lnTo>
                  <a:lnTo>
                    <a:pt x="328806" y="902475"/>
                  </a:lnTo>
                  <a:lnTo>
                    <a:pt x="286300" y="889734"/>
                  </a:lnTo>
                  <a:lnTo>
                    <a:pt x="245726" y="872379"/>
                  </a:lnTo>
                  <a:lnTo>
                    <a:pt x="207339" y="850688"/>
                  </a:lnTo>
                  <a:lnTo>
                    <a:pt x="171395" y="824940"/>
                  </a:lnTo>
                  <a:lnTo>
                    <a:pt x="138149" y="795413"/>
                  </a:lnTo>
                  <a:lnTo>
                    <a:pt x="107857" y="762385"/>
                  </a:lnTo>
                  <a:lnTo>
                    <a:pt x="80776" y="726136"/>
                  </a:lnTo>
                  <a:lnTo>
                    <a:pt x="57159" y="686943"/>
                  </a:lnTo>
                  <a:lnTo>
                    <a:pt x="37263" y="645084"/>
                  </a:lnTo>
                  <a:lnTo>
                    <a:pt x="21344" y="600839"/>
                  </a:lnTo>
                  <a:lnTo>
                    <a:pt x="9656" y="554485"/>
                  </a:lnTo>
                  <a:lnTo>
                    <a:pt x="2456" y="506300"/>
                  </a:lnTo>
                  <a:lnTo>
                    <a:pt x="0" y="456565"/>
                  </a:lnTo>
                  <a:close/>
                </a:path>
              </a:pathLst>
            </a:custGeom>
            <a:ln w="25400">
              <a:solidFill>
                <a:srgbClr val="EC45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240023" y="4438523"/>
              <a:ext cx="294005" cy="0"/>
            </a:xfrm>
            <a:custGeom>
              <a:avLst/>
              <a:gdLst/>
              <a:ahLst/>
              <a:cxnLst/>
              <a:rect l="l" t="t" r="r" b="b"/>
              <a:pathLst>
                <a:path w="294004">
                  <a:moveTo>
                    <a:pt x="0" y="0"/>
                  </a:moveTo>
                  <a:lnTo>
                    <a:pt x="293877" y="0"/>
                  </a:lnTo>
                </a:path>
              </a:pathLst>
            </a:custGeom>
            <a:ln w="28575">
              <a:solidFill>
                <a:srgbClr val="EC45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466337" y="4387850"/>
              <a:ext cx="92963" cy="101473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543175" y="4133773"/>
              <a:ext cx="549275" cy="508634"/>
            </a:xfrm>
            <a:custGeom>
              <a:avLst/>
              <a:gdLst/>
              <a:ahLst/>
              <a:cxnLst/>
              <a:rect l="l" t="t" r="r" b="b"/>
              <a:pathLst>
                <a:path w="549275" h="508635">
                  <a:moveTo>
                    <a:pt x="315328" y="354355"/>
                  </a:moveTo>
                  <a:lnTo>
                    <a:pt x="312191" y="350088"/>
                  </a:lnTo>
                  <a:lnTo>
                    <a:pt x="307492" y="350088"/>
                  </a:lnTo>
                  <a:lnTo>
                    <a:pt x="164719" y="350088"/>
                  </a:lnTo>
                  <a:lnTo>
                    <a:pt x="161594" y="354355"/>
                  </a:lnTo>
                  <a:lnTo>
                    <a:pt x="161594" y="363753"/>
                  </a:lnTo>
                  <a:lnTo>
                    <a:pt x="164719" y="368020"/>
                  </a:lnTo>
                  <a:lnTo>
                    <a:pt x="312191" y="368020"/>
                  </a:lnTo>
                  <a:lnTo>
                    <a:pt x="315328" y="363753"/>
                  </a:lnTo>
                  <a:lnTo>
                    <a:pt x="315328" y="354355"/>
                  </a:lnTo>
                  <a:close/>
                </a:path>
                <a:path w="549275" h="508635">
                  <a:moveTo>
                    <a:pt x="389851" y="316788"/>
                  </a:moveTo>
                  <a:lnTo>
                    <a:pt x="386715" y="313372"/>
                  </a:lnTo>
                  <a:lnTo>
                    <a:pt x="382016" y="313372"/>
                  </a:lnTo>
                  <a:lnTo>
                    <a:pt x="164719" y="313372"/>
                  </a:lnTo>
                  <a:lnTo>
                    <a:pt x="161594" y="316788"/>
                  </a:lnTo>
                  <a:lnTo>
                    <a:pt x="161594" y="327037"/>
                  </a:lnTo>
                  <a:lnTo>
                    <a:pt x="164719" y="330454"/>
                  </a:lnTo>
                  <a:lnTo>
                    <a:pt x="386715" y="330454"/>
                  </a:lnTo>
                  <a:lnTo>
                    <a:pt x="389851" y="327037"/>
                  </a:lnTo>
                  <a:lnTo>
                    <a:pt x="389851" y="316788"/>
                  </a:lnTo>
                  <a:close/>
                </a:path>
                <a:path w="549275" h="508635">
                  <a:moveTo>
                    <a:pt x="548728" y="444182"/>
                  </a:moveTo>
                  <a:lnTo>
                    <a:pt x="545172" y="438569"/>
                  </a:lnTo>
                  <a:lnTo>
                    <a:pt x="537667" y="433171"/>
                  </a:lnTo>
                  <a:lnTo>
                    <a:pt x="528701" y="431203"/>
                  </a:lnTo>
                  <a:lnTo>
                    <a:pt x="513003" y="431203"/>
                  </a:lnTo>
                  <a:lnTo>
                    <a:pt x="514578" y="426935"/>
                  </a:lnTo>
                  <a:lnTo>
                    <a:pt x="516140" y="421817"/>
                  </a:lnTo>
                  <a:lnTo>
                    <a:pt x="516140" y="111010"/>
                  </a:lnTo>
                  <a:lnTo>
                    <a:pt x="513803" y="98374"/>
                  </a:lnTo>
                  <a:lnTo>
                    <a:pt x="512635" y="96494"/>
                  </a:lnTo>
                  <a:lnTo>
                    <a:pt x="507415" y="88061"/>
                  </a:lnTo>
                  <a:lnTo>
                    <a:pt x="497941" y="81114"/>
                  </a:lnTo>
                  <a:lnTo>
                    <a:pt x="486333" y="78562"/>
                  </a:lnTo>
                  <a:lnTo>
                    <a:pt x="442404" y="78562"/>
                  </a:lnTo>
                  <a:lnTo>
                    <a:pt x="442404" y="70015"/>
                  </a:lnTo>
                  <a:lnTo>
                    <a:pt x="442404" y="59778"/>
                  </a:lnTo>
                  <a:lnTo>
                    <a:pt x="436143" y="52946"/>
                  </a:lnTo>
                  <a:lnTo>
                    <a:pt x="426720" y="52946"/>
                  </a:lnTo>
                  <a:lnTo>
                    <a:pt x="426720" y="70015"/>
                  </a:lnTo>
                  <a:lnTo>
                    <a:pt x="426720" y="270675"/>
                  </a:lnTo>
                  <a:lnTo>
                    <a:pt x="323951" y="270675"/>
                  </a:lnTo>
                  <a:lnTo>
                    <a:pt x="335280" y="266407"/>
                  </a:lnTo>
                  <a:lnTo>
                    <a:pt x="405536" y="239941"/>
                  </a:lnTo>
                  <a:lnTo>
                    <a:pt x="411035" y="237375"/>
                  </a:lnTo>
                  <a:lnTo>
                    <a:pt x="414947" y="231406"/>
                  </a:lnTo>
                  <a:lnTo>
                    <a:pt x="414947" y="70015"/>
                  </a:lnTo>
                  <a:lnTo>
                    <a:pt x="426720" y="70015"/>
                  </a:lnTo>
                  <a:lnTo>
                    <a:pt x="426720" y="52946"/>
                  </a:lnTo>
                  <a:lnTo>
                    <a:pt x="414947" y="52946"/>
                  </a:lnTo>
                  <a:lnTo>
                    <a:pt x="414947" y="11963"/>
                  </a:lnTo>
                  <a:lnTo>
                    <a:pt x="414947" y="3416"/>
                  </a:lnTo>
                  <a:lnTo>
                    <a:pt x="412597" y="12"/>
                  </a:lnTo>
                  <a:lnTo>
                    <a:pt x="381063" y="12"/>
                  </a:lnTo>
                  <a:lnTo>
                    <a:pt x="371030" y="3416"/>
                  </a:lnTo>
                  <a:lnTo>
                    <a:pt x="366318" y="5130"/>
                  </a:lnTo>
                  <a:lnTo>
                    <a:pt x="363969" y="10261"/>
                  </a:lnTo>
                  <a:lnTo>
                    <a:pt x="365531" y="14528"/>
                  </a:lnTo>
                  <a:lnTo>
                    <a:pt x="367106" y="19646"/>
                  </a:lnTo>
                  <a:lnTo>
                    <a:pt x="371817" y="22212"/>
                  </a:lnTo>
                  <a:lnTo>
                    <a:pt x="375729" y="20497"/>
                  </a:lnTo>
                  <a:lnTo>
                    <a:pt x="398487" y="11963"/>
                  </a:lnTo>
                  <a:lnTo>
                    <a:pt x="398487" y="223723"/>
                  </a:lnTo>
                  <a:lnTo>
                    <a:pt x="283959" y="266407"/>
                  </a:lnTo>
                  <a:lnTo>
                    <a:pt x="283959" y="54660"/>
                  </a:lnTo>
                  <a:lnTo>
                    <a:pt x="325208" y="39293"/>
                  </a:lnTo>
                  <a:lnTo>
                    <a:pt x="343573" y="32448"/>
                  </a:lnTo>
                  <a:lnTo>
                    <a:pt x="347497" y="30746"/>
                  </a:lnTo>
                  <a:lnTo>
                    <a:pt x="349846" y="25615"/>
                  </a:lnTo>
                  <a:lnTo>
                    <a:pt x="346710" y="17081"/>
                  </a:lnTo>
                  <a:lnTo>
                    <a:pt x="341998" y="14528"/>
                  </a:lnTo>
                  <a:lnTo>
                    <a:pt x="338086" y="16230"/>
                  </a:lnTo>
                  <a:lnTo>
                    <a:pt x="276110" y="39293"/>
                  </a:lnTo>
                  <a:lnTo>
                    <a:pt x="267474" y="36118"/>
                  </a:lnTo>
                  <a:lnTo>
                    <a:pt x="267474" y="54660"/>
                  </a:lnTo>
                  <a:lnTo>
                    <a:pt x="267474" y="266407"/>
                  </a:lnTo>
                  <a:lnTo>
                    <a:pt x="227482" y="251510"/>
                  </a:lnTo>
                  <a:lnTo>
                    <a:pt x="227482" y="270675"/>
                  </a:lnTo>
                  <a:lnTo>
                    <a:pt x="125501" y="270675"/>
                  </a:lnTo>
                  <a:lnTo>
                    <a:pt x="125501" y="131495"/>
                  </a:lnTo>
                  <a:lnTo>
                    <a:pt x="125501" y="96494"/>
                  </a:lnTo>
                  <a:lnTo>
                    <a:pt x="125501" y="70015"/>
                  </a:lnTo>
                  <a:lnTo>
                    <a:pt x="136486" y="70015"/>
                  </a:lnTo>
                  <a:lnTo>
                    <a:pt x="136486" y="231406"/>
                  </a:lnTo>
                  <a:lnTo>
                    <a:pt x="140398" y="237375"/>
                  </a:lnTo>
                  <a:lnTo>
                    <a:pt x="145897" y="239941"/>
                  </a:lnTo>
                  <a:lnTo>
                    <a:pt x="227482" y="270675"/>
                  </a:lnTo>
                  <a:lnTo>
                    <a:pt x="227482" y="251510"/>
                  </a:lnTo>
                  <a:lnTo>
                    <a:pt x="152958" y="223723"/>
                  </a:lnTo>
                  <a:lnTo>
                    <a:pt x="152958" y="70015"/>
                  </a:lnTo>
                  <a:lnTo>
                    <a:pt x="152958" y="11963"/>
                  </a:lnTo>
                  <a:lnTo>
                    <a:pt x="267474" y="54660"/>
                  </a:lnTo>
                  <a:lnTo>
                    <a:pt x="267474" y="36118"/>
                  </a:lnTo>
                  <a:lnTo>
                    <a:pt x="201777" y="11963"/>
                  </a:lnTo>
                  <a:lnTo>
                    <a:pt x="169252" y="0"/>
                  </a:lnTo>
                  <a:lnTo>
                    <a:pt x="138836" y="0"/>
                  </a:lnTo>
                  <a:lnTo>
                    <a:pt x="136486" y="3416"/>
                  </a:lnTo>
                  <a:lnTo>
                    <a:pt x="136486" y="52946"/>
                  </a:lnTo>
                  <a:lnTo>
                    <a:pt x="115303" y="52946"/>
                  </a:lnTo>
                  <a:lnTo>
                    <a:pt x="109029" y="59778"/>
                  </a:lnTo>
                  <a:lnTo>
                    <a:pt x="109029" y="78562"/>
                  </a:lnTo>
                  <a:lnTo>
                    <a:pt x="65100" y="78562"/>
                  </a:lnTo>
                  <a:lnTo>
                    <a:pt x="53949" y="81114"/>
                  </a:lnTo>
                  <a:lnTo>
                    <a:pt x="44704" y="88061"/>
                  </a:lnTo>
                  <a:lnTo>
                    <a:pt x="38404" y="98374"/>
                  </a:lnTo>
                  <a:lnTo>
                    <a:pt x="36080" y="111010"/>
                  </a:lnTo>
                  <a:lnTo>
                    <a:pt x="36080" y="147726"/>
                  </a:lnTo>
                  <a:lnTo>
                    <a:pt x="39217" y="151142"/>
                  </a:lnTo>
                  <a:lnTo>
                    <a:pt x="48628" y="151142"/>
                  </a:lnTo>
                  <a:lnTo>
                    <a:pt x="51765" y="147726"/>
                  </a:lnTo>
                  <a:lnTo>
                    <a:pt x="51765" y="103314"/>
                  </a:lnTo>
                  <a:lnTo>
                    <a:pt x="58039" y="96494"/>
                  </a:lnTo>
                  <a:lnTo>
                    <a:pt x="109029" y="96494"/>
                  </a:lnTo>
                  <a:lnTo>
                    <a:pt x="109029" y="114427"/>
                  </a:lnTo>
                  <a:lnTo>
                    <a:pt x="73736" y="114427"/>
                  </a:lnTo>
                  <a:lnTo>
                    <a:pt x="72161" y="115277"/>
                  </a:lnTo>
                  <a:lnTo>
                    <a:pt x="69024" y="118694"/>
                  </a:lnTo>
                  <a:lnTo>
                    <a:pt x="68237" y="120408"/>
                  </a:lnTo>
                  <a:lnTo>
                    <a:pt x="68237" y="409854"/>
                  </a:lnTo>
                  <a:lnTo>
                    <a:pt x="71374" y="413270"/>
                  </a:lnTo>
                  <a:lnTo>
                    <a:pt x="477710" y="413270"/>
                  </a:lnTo>
                  <a:lnTo>
                    <a:pt x="479272" y="412419"/>
                  </a:lnTo>
                  <a:lnTo>
                    <a:pt x="482422" y="409003"/>
                  </a:lnTo>
                  <a:lnTo>
                    <a:pt x="483196" y="407301"/>
                  </a:lnTo>
                  <a:lnTo>
                    <a:pt x="483196" y="396201"/>
                  </a:lnTo>
                  <a:lnTo>
                    <a:pt x="483196" y="131495"/>
                  </a:lnTo>
                  <a:lnTo>
                    <a:pt x="483196" y="117843"/>
                  </a:lnTo>
                  <a:lnTo>
                    <a:pt x="480060" y="114427"/>
                  </a:lnTo>
                  <a:lnTo>
                    <a:pt x="467512" y="114427"/>
                  </a:lnTo>
                  <a:lnTo>
                    <a:pt x="467512" y="131495"/>
                  </a:lnTo>
                  <a:lnTo>
                    <a:pt x="467512" y="396201"/>
                  </a:lnTo>
                  <a:lnTo>
                    <a:pt x="83921" y="396201"/>
                  </a:lnTo>
                  <a:lnTo>
                    <a:pt x="83921" y="131495"/>
                  </a:lnTo>
                  <a:lnTo>
                    <a:pt x="109029" y="131495"/>
                  </a:lnTo>
                  <a:lnTo>
                    <a:pt x="109029" y="280936"/>
                  </a:lnTo>
                  <a:lnTo>
                    <a:pt x="115303" y="287756"/>
                  </a:lnTo>
                  <a:lnTo>
                    <a:pt x="436143" y="287756"/>
                  </a:lnTo>
                  <a:lnTo>
                    <a:pt x="442404" y="280936"/>
                  </a:lnTo>
                  <a:lnTo>
                    <a:pt x="442404" y="270675"/>
                  </a:lnTo>
                  <a:lnTo>
                    <a:pt x="442404" y="131495"/>
                  </a:lnTo>
                  <a:lnTo>
                    <a:pt x="467512" y="131495"/>
                  </a:lnTo>
                  <a:lnTo>
                    <a:pt x="467512" y="114427"/>
                  </a:lnTo>
                  <a:lnTo>
                    <a:pt x="442404" y="114427"/>
                  </a:lnTo>
                  <a:lnTo>
                    <a:pt x="442404" y="96494"/>
                  </a:lnTo>
                  <a:lnTo>
                    <a:pt x="493395" y="96494"/>
                  </a:lnTo>
                  <a:lnTo>
                    <a:pt x="499681" y="103314"/>
                  </a:lnTo>
                  <a:lnTo>
                    <a:pt x="499681" y="424370"/>
                  </a:lnTo>
                  <a:lnTo>
                    <a:pt x="493395" y="431203"/>
                  </a:lnTo>
                  <a:lnTo>
                    <a:pt x="313766" y="431203"/>
                  </a:lnTo>
                  <a:lnTo>
                    <a:pt x="313766" y="449135"/>
                  </a:lnTo>
                  <a:lnTo>
                    <a:pt x="313766" y="457669"/>
                  </a:lnTo>
                  <a:lnTo>
                    <a:pt x="312191" y="459384"/>
                  </a:lnTo>
                  <a:lnTo>
                    <a:pt x="239242" y="459384"/>
                  </a:lnTo>
                  <a:lnTo>
                    <a:pt x="237680" y="457669"/>
                  </a:lnTo>
                  <a:lnTo>
                    <a:pt x="237680" y="449135"/>
                  </a:lnTo>
                  <a:lnTo>
                    <a:pt x="313766" y="449135"/>
                  </a:lnTo>
                  <a:lnTo>
                    <a:pt x="313766" y="431203"/>
                  </a:lnTo>
                  <a:lnTo>
                    <a:pt x="58039" y="431203"/>
                  </a:lnTo>
                  <a:lnTo>
                    <a:pt x="51765" y="424370"/>
                  </a:lnTo>
                  <a:lnTo>
                    <a:pt x="51765" y="175056"/>
                  </a:lnTo>
                  <a:lnTo>
                    <a:pt x="48628" y="171627"/>
                  </a:lnTo>
                  <a:lnTo>
                    <a:pt x="39217" y="171627"/>
                  </a:lnTo>
                  <a:lnTo>
                    <a:pt x="36080" y="175056"/>
                  </a:lnTo>
                  <a:lnTo>
                    <a:pt x="36080" y="421817"/>
                  </a:lnTo>
                  <a:lnTo>
                    <a:pt x="36855" y="426935"/>
                  </a:lnTo>
                  <a:lnTo>
                    <a:pt x="39217" y="431203"/>
                  </a:lnTo>
                  <a:lnTo>
                    <a:pt x="22745" y="431203"/>
                  </a:lnTo>
                  <a:lnTo>
                    <a:pt x="13893" y="433171"/>
                  </a:lnTo>
                  <a:lnTo>
                    <a:pt x="6667" y="438569"/>
                  </a:lnTo>
                  <a:lnTo>
                    <a:pt x="1778" y="446697"/>
                  </a:lnTo>
                  <a:lnTo>
                    <a:pt x="0" y="456819"/>
                  </a:lnTo>
                  <a:lnTo>
                    <a:pt x="0" y="482434"/>
                  </a:lnTo>
                  <a:lnTo>
                    <a:pt x="349059" y="508088"/>
                  </a:lnTo>
                  <a:lnTo>
                    <a:pt x="352983" y="503783"/>
                  </a:lnTo>
                  <a:lnTo>
                    <a:pt x="352983" y="493534"/>
                  </a:lnTo>
                  <a:lnTo>
                    <a:pt x="349059" y="490118"/>
                  </a:lnTo>
                  <a:lnTo>
                    <a:pt x="18821" y="490118"/>
                  </a:lnTo>
                  <a:lnTo>
                    <a:pt x="15684" y="486702"/>
                  </a:lnTo>
                  <a:lnTo>
                    <a:pt x="15684" y="452551"/>
                  </a:lnTo>
                  <a:lnTo>
                    <a:pt x="18821" y="449135"/>
                  </a:lnTo>
                  <a:lnTo>
                    <a:pt x="221195" y="449135"/>
                  </a:lnTo>
                  <a:lnTo>
                    <a:pt x="221195" y="455117"/>
                  </a:lnTo>
                  <a:lnTo>
                    <a:pt x="222846" y="463626"/>
                  </a:lnTo>
                  <a:lnTo>
                    <a:pt x="227279" y="470700"/>
                  </a:lnTo>
                  <a:lnTo>
                    <a:pt x="233768" y="475526"/>
                  </a:lnTo>
                  <a:lnTo>
                    <a:pt x="241592" y="477316"/>
                  </a:lnTo>
                  <a:lnTo>
                    <a:pt x="309841" y="477316"/>
                  </a:lnTo>
                  <a:lnTo>
                    <a:pt x="317995" y="475526"/>
                  </a:lnTo>
                  <a:lnTo>
                    <a:pt x="324446" y="470700"/>
                  </a:lnTo>
                  <a:lnTo>
                    <a:pt x="328701" y="463626"/>
                  </a:lnTo>
                  <a:lnTo>
                    <a:pt x="329463" y="459384"/>
                  </a:lnTo>
                  <a:lnTo>
                    <a:pt x="330238" y="455117"/>
                  </a:lnTo>
                  <a:lnTo>
                    <a:pt x="330238" y="449135"/>
                  </a:lnTo>
                  <a:lnTo>
                    <a:pt x="532612" y="449135"/>
                  </a:lnTo>
                  <a:lnTo>
                    <a:pt x="535762" y="452551"/>
                  </a:lnTo>
                  <a:lnTo>
                    <a:pt x="535762" y="486702"/>
                  </a:lnTo>
                  <a:lnTo>
                    <a:pt x="532612" y="490118"/>
                  </a:lnTo>
                  <a:lnTo>
                    <a:pt x="375729" y="490118"/>
                  </a:lnTo>
                  <a:lnTo>
                    <a:pt x="371817" y="493534"/>
                  </a:lnTo>
                  <a:lnTo>
                    <a:pt x="371817" y="503783"/>
                  </a:lnTo>
                  <a:lnTo>
                    <a:pt x="375729" y="508088"/>
                  </a:lnTo>
                  <a:lnTo>
                    <a:pt x="528701" y="508088"/>
                  </a:lnTo>
                  <a:lnTo>
                    <a:pt x="537667" y="505968"/>
                  </a:lnTo>
                  <a:lnTo>
                    <a:pt x="545172" y="500367"/>
                  </a:lnTo>
                  <a:lnTo>
                    <a:pt x="548728" y="494728"/>
                  </a:lnTo>
                  <a:lnTo>
                    <a:pt x="548728" y="449135"/>
                  </a:lnTo>
                  <a:lnTo>
                    <a:pt x="548728" y="444182"/>
                  </a:lnTo>
                  <a:close/>
                </a:path>
              </a:pathLst>
            </a:custGeom>
            <a:solidFill>
              <a:srgbClr val="ED45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402839" y="5249418"/>
              <a:ext cx="814705" cy="888365"/>
            </a:xfrm>
            <a:custGeom>
              <a:avLst/>
              <a:gdLst/>
              <a:ahLst/>
              <a:cxnLst/>
              <a:rect l="l" t="t" r="r" b="b"/>
              <a:pathLst>
                <a:path w="814705" h="888364">
                  <a:moveTo>
                    <a:pt x="0" y="443966"/>
                  </a:moveTo>
                  <a:lnTo>
                    <a:pt x="2390" y="395588"/>
                  </a:lnTo>
                  <a:lnTo>
                    <a:pt x="9394" y="348720"/>
                  </a:lnTo>
                  <a:lnTo>
                    <a:pt x="20765" y="303632"/>
                  </a:lnTo>
                  <a:lnTo>
                    <a:pt x="36252" y="260596"/>
                  </a:lnTo>
                  <a:lnTo>
                    <a:pt x="55607" y="219881"/>
                  </a:lnTo>
                  <a:lnTo>
                    <a:pt x="78581" y="181758"/>
                  </a:lnTo>
                  <a:lnTo>
                    <a:pt x="104926" y="146500"/>
                  </a:lnTo>
                  <a:lnTo>
                    <a:pt x="134392" y="114375"/>
                  </a:lnTo>
                  <a:lnTo>
                    <a:pt x="166731" y="85655"/>
                  </a:lnTo>
                  <a:lnTo>
                    <a:pt x="201694" y="60610"/>
                  </a:lnTo>
                  <a:lnTo>
                    <a:pt x="239033" y="39513"/>
                  </a:lnTo>
                  <a:lnTo>
                    <a:pt x="278497" y="22632"/>
                  </a:lnTo>
                  <a:lnTo>
                    <a:pt x="319840" y="10239"/>
                  </a:lnTo>
                  <a:lnTo>
                    <a:pt x="362811" y="2604"/>
                  </a:lnTo>
                  <a:lnTo>
                    <a:pt x="407162" y="0"/>
                  </a:lnTo>
                  <a:lnTo>
                    <a:pt x="451512" y="2604"/>
                  </a:lnTo>
                  <a:lnTo>
                    <a:pt x="494483" y="10239"/>
                  </a:lnTo>
                  <a:lnTo>
                    <a:pt x="535826" y="22632"/>
                  </a:lnTo>
                  <a:lnTo>
                    <a:pt x="575290" y="39513"/>
                  </a:lnTo>
                  <a:lnTo>
                    <a:pt x="612629" y="60610"/>
                  </a:lnTo>
                  <a:lnTo>
                    <a:pt x="647592" y="85655"/>
                  </a:lnTo>
                  <a:lnTo>
                    <a:pt x="679931" y="114375"/>
                  </a:lnTo>
                  <a:lnTo>
                    <a:pt x="709397" y="146500"/>
                  </a:lnTo>
                  <a:lnTo>
                    <a:pt x="735742" y="181758"/>
                  </a:lnTo>
                  <a:lnTo>
                    <a:pt x="758716" y="219881"/>
                  </a:lnTo>
                  <a:lnTo>
                    <a:pt x="778071" y="260596"/>
                  </a:lnTo>
                  <a:lnTo>
                    <a:pt x="793558" y="303632"/>
                  </a:lnTo>
                  <a:lnTo>
                    <a:pt x="804929" y="348720"/>
                  </a:lnTo>
                  <a:lnTo>
                    <a:pt x="811933" y="395588"/>
                  </a:lnTo>
                  <a:lnTo>
                    <a:pt x="814324" y="443966"/>
                  </a:lnTo>
                  <a:lnTo>
                    <a:pt x="811933" y="492344"/>
                  </a:lnTo>
                  <a:lnTo>
                    <a:pt x="804929" y="539213"/>
                  </a:lnTo>
                  <a:lnTo>
                    <a:pt x="793558" y="584301"/>
                  </a:lnTo>
                  <a:lnTo>
                    <a:pt x="778071" y="627339"/>
                  </a:lnTo>
                  <a:lnTo>
                    <a:pt x="758716" y="668055"/>
                  </a:lnTo>
                  <a:lnTo>
                    <a:pt x="735742" y="706178"/>
                  </a:lnTo>
                  <a:lnTo>
                    <a:pt x="709397" y="741438"/>
                  </a:lnTo>
                  <a:lnTo>
                    <a:pt x="679931" y="773564"/>
                  </a:lnTo>
                  <a:lnTo>
                    <a:pt x="647592" y="802286"/>
                  </a:lnTo>
                  <a:lnTo>
                    <a:pt x="612629" y="827331"/>
                  </a:lnTo>
                  <a:lnTo>
                    <a:pt x="575290" y="848430"/>
                  </a:lnTo>
                  <a:lnTo>
                    <a:pt x="535826" y="865312"/>
                  </a:lnTo>
                  <a:lnTo>
                    <a:pt x="494483" y="877706"/>
                  </a:lnTo>
                  <a:lnTo>
                    <a:pt x="451512" y="885340"/>
                  </a:lnTo>
                  <a:lnTo>
                    <a:pt x="407162" y="887945"/>
                  </a:lnTo>
                  <a:lnTo>
                    <a:pt x="362811" y="885340"/>
                  </a:lnTo>
                  <a:lnTo>
                    <a:pt x="319840" y="877706"/>
                  </a:lnTo>
                  <a:lnTo>
                    <a:pt x="278497" y="865312"/>
                  </a:lnTo>
                  <a:lnTo>
                    <a:pt x="239033" y="848430"/>
                  </a:lnTo>
                  <a:lnTo>
                    <a:pt x="201694" y="827331"/>
                  </a:lnTo>
                  <a:lnTo>
                    <a:pt x="166731" y="802286"/>
                  </a:lnTo>
                  <a:lnTo>
                    <a:pt x="134392" y="773564"/>
                  </a:lnTo>
                  <a:lnTo>
                    <a:pt x="104926" y="741438"/>
                  </a:lnTo>
                  <a:lnTo>
                    <a:pt x="78581" y="706178"/>
                  </a:lnTo>
                  <a:lnTo>
                    <a:pt x="55607" y="668055"/>
                  </a:lnTo>
                  <a:lnTo>
                    <a:pt x="36252" y="627339"/>
                  </a:lnTo>
                  <a:lnTo>
                    <a:pt x="20765" y="584301"/>
                  </a:lnTo>
                  <a:lnTo>
                    <a:pt x="9394" y="539213"/>
                  </a:lnTo>
                  <a:lnTo>
                    <a:pt x="2390" y="492344"/>
                  </a:lnTo>
                  <a:lnTo>
                    <a:pt x="0" y="443966"/>
                  </a:lnTo>
                  <a:close/>
                </a:path>
              </a:pathLst>
            </a:custGeom>
            <a:ln w="25399">
              <a:solidFill>
                <a:srgbClr val="1780C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217163" y="5744997"/>
              <a:ext cx="285750" cy="0"/>
            </a:xfrm>
            <a:custGeom>
              <a:avLst/>
              <a:gdLst/>
              <a:ahLst/>
              <a:cxnLst/>
              <a:rect l="l" t="t" r="r" b="b"/>
              <a:pathLst>
                <a:path w="285750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ln w="28575">
              <a:solidFill>
                <a:srgbClr val="1780C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437254" y="5689206"/>
              <a:ext cx="90424" cy="98666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2571953" y="5399087"/>
              <a:ext cx="478790" cy="515620"/>
            </a:xfrm>
            <a:custGeom>
              <a:avLst/>
              <a:gdLst/>
              <a:ahLst/>
              <a:cxnLst/>
              <a:rect l="l" t="t" r="r" b="b"/>
              <a:pathLst>
                <a:path w="478789" h="515620">
                  <a:moveTo>
                    <a:pt x="206133" y="491337"/>
                  </a:moveTo>
                  <a:lnTo>
                    <a:pt x="205435" y="489038"/>
                  </a:lnTo>
                  <a:lnTo>
                    <a:pt x="203314" y="487502"/>
                  </a:lnTo>
                  <a:lnTo>
                    <a:pt x="201917" y="485190"/>
                  </a:lnTo>
                  <a:lnTo>
                    <a:pt x="199809" y="484428"/>
                  </a:lnTo>
                  <a:lnTo>
                    <a:pt x="196989" y="484428"/>
                  </a:lnTo>
                  <a:lnTo>
                    <a:pt x="194881" y="484428"/>
                  </a:lnTo>
                  <a:lnTo>
                    <a:pt x="192062" y="485190"/>
                  </a:lnTo>
                  <a:lnTo>
                    <a:pt x="190652" y="487502"/>
                  </a:lnTo>
                  <a:lnTo>
                    <a:pt x="188544" y="489038"/>
                  </a:lnTo>
                  <a:lnTo>
                    <a:pt x="187833" y="491337"/>
                  </a:lnTo>
                  <a:lnTo>
                    <a:pt x="187833" y="496709"/>
                  </a:lnTo>
                  <a:lnTo>
                    <a:pt x="188544" y="499783"/>
                  </a:lnTo>
                  <a:lnTo>
                    <a:pt x="190652" y="501319"/>
                  </a:lnTo>
                  <a:lnTo>
                    <a:pt x="192062" y="503618"/>
                  </a:lnTo>
                  <a:lnTo>
                    <a:pt x="194881" y="504393"/>
                  </a:lnTo>
                  <a:lnTo>
                    <a:pt x="199809" y="504393"/>
                  </a:lnTo>
                  <a:lnTo>
                    <a:pt x="201917" y="503618"/>
                  </a:lnTo>
                  <a:lnTo>
                    <a:pt x="203314" y="501319"/>
                  </a:lnTo>
                  <a:lnTo>
                    <a:pt x="205435" y="499783"/>
                  </a:lnTo>
                  <a:lnTo>
                    <a:pt x="206133" y="496709"/>
                  </a:lnTo>
                  <a:lnTo>
                    <a:pt x="206133" y="491337"/>
                  </a:lnTo>
                  <a:close/>
                </a:path>
                <a:path w="478789" h="515620">
                  <a:moveTo>
                    <a:pt x="424319" y="188087"/>
                  </a:moveTo>
                  <a:lnTo>
                    <a:pt x="422681" y="177101"/>
                  </a:lnTo>
                  <a:lnTo>
                    <a:pt x="421309" y="174269"/>
                  </a:lnTo>
                  <a:lnTo>
                    <a:pt x="418071" y="167551"/>
                  </a:lnTo>
                  <a:lnTo>
                    <a:pt x="410959" y="160020"/>
                  </a:lnTo>
                  <a:lnTo>
                    <a:pt x="406019" y="157365"/>
                  </a:lnTo>
                  <a:lnTo>
                    <a:pt x="406019" y="180416"/>
                  </a:lnTo>
                  <a:lnTo>
                    <a:pt x="406019" y="262559"/>
                  </a:lnTo>
                  <a:lnTo>
                    <a:pt x="379272" y="262559"/>
                  </a:lnTo>
                  <a:lnTo>
                    <a:pt x="379272" y="180416"/>
                  </a:lnTo>
                  <a:lnTo>
                    <a:pt x="385610" y="174269"/>
                  </a:lnTo>
                  <a:lnTo>
                    <a:pt x="399681" y="174269"/>
                  </a:lnTo>
                  <a:lnTo>
                    <a:pt x="406019" y="180416"/>
                  </a:lnTo>
                  <a:lnTo>
                    <a:pt x="406019" y="157365"/>
                  </a:lnTo>
                  <a:lnTo>
                    <a:pt x="401802" y="155092"/>
                  </a:lnTo>
                  <a:lnTo>
                    <a:pt x="401802" y="122834"/>
                  </a:lnTo>
                  <a:lnTo>
                    <a:pt x="401802" y="115163"/>
                  </a:lnTo>
                  <a:lnTo>
                    <a:pt x="401802" y="101346"/>
                  </a:lnTo>
                  <a:lnTo>
                    <a:pt x="400392" y="98272"/>
                  </a:lnTo>
                  <a:lnTo>
                    <a:pt x="397573" y="95973"/>
                  </a:lnTo>
                  <a:lnTo>
                    <a:pt x="395097" y="94437"/>
                  </a:lnTo>
                  <a:lnTo>
                    <a:pt x="357466" y="71107"/>
                  </a:lnTo>
                  <a:lnTo>
                    <a:pt x="357466" y="94437"/>
                  </a:lnTo>
                  <a:lnTo>
                    <a:pt x="254000" y="94437"/>
                  </a:lnTo>
                  <a:lnTo>
                    <a:pt x="249834" y="86906"/>
                  </a:lnTo>
                  <a:lnTo>
                    <a:pt x="243878" y="80810"/>
                  </a:lnTo>
                  <a:lnTo>
                    <a:pt x="237109" y="77089"/>
                  </a:lnTo>
                  <a:lnTo>
                    <a:pt x="237109" y="100584"/>
                  </a:lnTo>
                  <a:lnTo>
                    <a:pt x="237109" y="111315"/>
                  </a:lnTo>
                  <a:lnTo>
                    <a:pt x="232879" y="115925"/>
                  </a:lnTo>
                  <a:lnTo>
                    <a:pt x="223024" y="115925"/>
                  </a:lnTo>
                  <a:lnTo>
                    <a:pt x="218808" y="111315"/>
                  </a:lnTo>
                  <a:lnTo>
                    <a:pt x="218808" y="100584"/>
                  </a:lnTo>
                  <a:lnTo>
                    <a:pt x="223024" y="95973"/>
                  </a:lnTo>
                  <a:lnTo>
                    <a:pt x="232879" y="95973"/>
                  </a:lnTo>
                  <a:lnTo>
                    <a:pt x="237109" y="100584"/>
                  </a:lnTo>
                  <a:lnTo>
                    <a:pt x="237109" y="77089"/>
                  </a:lnTo>
                  <a:lnTo>
                    <a:pt x="236474" y="76733"/>
                  </a:lnTo>
                  <a:lnTo>
                    <a:pt x="227952" y="75234"/>
                  </a:lnTo>
                  <a:lnTo>
                    <a:pt x="217030" y="77660"/>
                  </a:lnTo>
                  <a:lnTo>
                    <a:pt x="208076" y="84264"/>
                  </a:lnTo>
                  <a:lnTo>
                    <a:pt x="202031" y="94018"/>
                  </a:lnTo>
                  <a:lnTo>
                    <a:pt x="199809" y="105943"/>
                  </a:lnTo>
                  <a:lnTo>
                    <a:pt x="202031" y="117868"/>
                  </a:lnTo>
                  <a:lnTo>
                    <a:pt x="208076" y="127635"/>
                  </a:lnTo>
                  <a:lnTo>
                    <a:pt x="217030" y="134239"/>
                  </a:lnTo>
                  <a:lnTo>
                    <a:pt x="227952" y="136652"/>
                  </a:lnTo>
                  <a:lnTo>
                    <a:pt x="236982" y="135026"/>
                  </a:lnTo>
                  <a:lnTo>
                    <a:pt x="244754" y="130517"/>
                  </a:lnTo>
                  <a:lnTo>
                    <a:pt x="250812" y="123710"/>
                  </a:lnTo>
                  <a:lnTo>
                    <a:pt x="254342" y="115925"/>
                  </a:lnTo>
                  <a:lnTo>
                    <a:pt x="254698" y="115163"/>
                  </a:lnTo>
                  <a:lnTo>
                    <a:pt x="357466" y="115163"/>
                  </a:lnTo>
                  <a:lnTo>
                    <a:pt x="308190" y="145834"/>
                  </a:lnTo>
                  <a:lnTo>
                    <a:pt x="308190" y="168910"/>
                  </a:lnTo>
                  <a:lnTo>
                    <a:pt x="308190" y="225717"/>
                  </a:lnTo>
                  <a:lnTo>
                    <a:pt x="238518" y="274840"/>
                  </a:lnTo>
                  <a:lnTo>
                    <a:pt x="232181" y="279450"/>
                  </a:lnTo>
                  <a:lnTo>
                    <a:pt x="223735" y="279450"/>
                  </a:lnTo>
                  <a:lnTo>
                    <a:pt x="217398" y="274840"/>
                  </a:lnTo>
                  <a:lnTo>
                    <a:pt x="147713" y="225717"/>
                  </a:lnTo>
                  <a:lnTo>
                    <a:pt x="147713" y="168910"/>
                  </a:lnTo>
                  <a:lnTo>
                    <a:pt x="223024" y="216496"/>
                  </a:lnTo>
                  <a:lnTo>
                    <a:pt x="224434" y="217271"/>
                  </a:lnTo>
                  <a:lnTo>
                    <a:pt x="226542" y="218033"/>
                  </a:lnTo>
                  <a:lnTo>
                    <a:pt x="229362" y="218033"/>
                  </a:lnTo>
                  <a:lnTo>
                    <a:pt x="230771" y="217271"/>
                  </a:lnTo>
                  <a:lnTo>
                    <a:pt x="232879" y="216496"/>
                  </a:lnTo>
                  <a:lnTo>
                    <a:pt x="265684" y="195770"/>
                  </a:lnTo>
                  <a:lnTo>
                    <a:pt x="308190" y="168910"/>
                  </a:lnTo>
                  <a:lnTo>
                    <a:pt x="308190" y="145834"/>
                  </a:lnTo>
                  <a:lnTo>
                    <a:pt x="227952" y="195770"/>
                  </a:lnTo>
                  <a:lnTo>
                    <a:pt x="184759" y="168910"/>
                  </a:lnTo>
                  <a:lnTo>
                    <a:pt x="82270" y="105181"/>
                  </a:lnTo>
                  <a:lnTo>
                    <a:pt x="227952" y="13817"/>
                  </a:lnTo>
                  <a:lnTo>
                    <a:pt x="357466" y="94437"/>
                  </a:lnTo>
                  <a:lnTo>
                    <a:pt x="357466" y="71107"/>
                  </a:lnTo>
                  <a:lnTo>
                    <a:pt x="265074" y="13817"/>
                  </a:lnTo>
                  <a:lnTo>
                    <a:pt x="242785" y="0"/>
                  </a:lnTo>
                  <a:lnTo>
                    <a:pt x="213118" y="0"/>
                  </a:lnTo>
                  <a:lnTo>
                    <a:pt x="58331" y="95973"/>
                  </a:lnTo>
                  <a:lnTo>
                    <a:pt x="55524" y="98272"/>
                  </a:lnTo>
                  <a:lnTo>
                    <a:pt x="54114" y="101346"/>
                  </a:lnTo>
                  <a:lnTo>
                    <a:pt x="54114" y="108254"/>
                  </a:lnTo>
                  <a:lnTo>
                    <a:pt x="55524" y="112090"/>
                  </a:lnTo>
                  <a:lnTo>
                    <a:pt x="58331" y="113614"/>
                  </a:lnTo>
                  <a:lnTo>
                    <a:pt x="128714" y="157391"/>
                  </a:lnTo>
                  <a:lnTo>
                    <a:pt x="128714" y="233387"/>
                  </a:lnTo>
                  <a:lnTo>
                    <a:pt x="131533" y="238760"/>
                  </a:lnTo>
                  <a:lnTo>
                    <a:pt x="135763" y="241833"/>
                  </a:lnTo>
                  <a:lnTo>
                    <a:pt x="206844" y="292506"/>
                  </a:lnTo>
                  <a:lnTo>
                    <a:pt x="213182" y="296341"/>
                  </a:lnTo>
                  <a:lnTo>
                    <a:pt x="220916" y="298640"/>
                  </a:lnTo>
                  <a:lnTo>
                    <a:pt x="234988" y="298640"/>
                  </a:lnTo>
                  <a:lnTo>
                    <a:pt x="242735" y="296341"/>
                  </a:lnTo>
                  <a:lnTo>
                    <a:pt x="249072" y="292506"/>
                  </a:lnTo>
                  <a:lnTo>
                    <a:pt x="267385" y="279450"/>
                  </a:lnTo>
                  <a:lnTo>
                    <a:pt x="320154" y="241833"/>
                  </a:lnTo>
                  <a:lnTo>
                    <a:pt x="324383" y="238760"/>
                  </a:lnTo>
                  <a:lnTo>
                    <a:pt x="327190" y="233387"/>
                  </a:lnTo>
                  <a:lnTo>
                    <a:pt x="327190" y="168910"/>
                  </a:lnTo>
                  <a:lnTo>
                    <a:pt x="327190" y="157391"/>
                  </a:lnTo>
                  <a:lnTo>
                    <a:pt x="383501" y="122834"/>
                  </a:lnTo>
                  <a:lnTo>
                    <a:pt x="383501" y="155092"/>
                  </a:lnTo>
                  <a:lnTo>
                    <a:pt x="374345" y="160020"/>
                  </a:lnTo>
                  <a:lnTo>
                    <a:pt x="367220" y="167551"/>
                  </a:lnTo>
                  <a:lnTo>
                    <a:pt x="362610" y="177101"/>
                  </a:lnTo>
                  <a:lnTo>
                    <a:pt x="360972" y="188087"/>
                  </a:lnTo>
                  <a:lnTo>
                    <a:pt x="360972" y="278688"/>
                  </a:lnTo>
                  <a:lnTo>
                    <a:pt x="365201" y="283286"/>
                  </a:lnTo>
                  <a:lnTo>
                    <a:pt x="420103" y="283286"/>
                  </a:lnTo>
                  <a:lnTo>
                    <a:pt x="424319" y="278688"/>
                  </a:lnTo>
                  <a:lnTo>
                    <a:pt x="424319" y="262559"/>
                  </a:lnTo>
                  <a:lnTo>
                    <a:pt x="424319" y="188087"/>
                  </a:lnTo>
                  <a:close/>
                </a:path>
                <a:path w="478789" h="515620">
                  <a:moveTo>
                    <a:pt x="478307" y="347002"/>
                  </a:moveTo>
                  <a:lnTo>
                    <a:pt x="458101" y="309384"/>
                  </a:lnTo>
                  <a:lnTo>
                    <a:pt x="448322" y="306336"/>
                  </a:lnTo>
                  <a:lnTo>
                    <a:pt x="438315" y="306336"/>
                  </a:lnTo>
                  <a:lnTo>
                    <a:pt x="429006" y="309168"/>
                  </a:lnTo>
                  <a:lnTo>
                    <a:pt x="420801" y="314769"/>
                  </a:lnTo>
                  <a:lnTo>
                    <a:pt x="345490" y="386156"/>
                  </a:lnTo>
                  <a:lnTo>
                    <a:pt x="340741" y="372338"/>
                  </a:lnTo>
                  <a:lnTo>
                    <a:pt x="332295" y="361403"/>
                  </a:lnTo>
                  <a:lnTo>
                    <a:pt x="320954" y="354203"/>
                  </a:lnTo>
                  <a:lnTo>
                    <a:pt x="307492" y="351612"/>
                  </a:lnTo>
                  <a:lnTo>
                    <a:pt x="236410" y="351612"/>
                  </a:lnTo>
                  <a:lnTo>
                    <a:pt x="223024" y="342404"/>
                  </a:lnTo>
                  <a:lnTo>
                    <a:pt x="221691" y="341642"/>
                  </a:lnTo>
                  <a:lnTo>
                    <a:pt x="206997" y="333209"/>
                  </a:lnTo>
                  <a:lnTo>
                    <a:pt x="189776" y="326478"/>
                  </a:lnTo>
                  <a:lnTo>
                    <a:pt x="171754" y="322326"/>
                  </a:lnTo>
                  <a:lnTo>
                    <a:pt x="153352" y="320903"/>
                  </a:lnTo>
                  <a:lnTo>
                    <a:pt x="149834" y="320903"/>
                  </a:lnTo>
                  <a:lnTo>
                    <a:pt x="132600" y="322465"/>
                  </a:lnTo>
                  <a:lnTo>
                    <a:pt x="115963" y="327050"/>
                  </a:lnTo>
                  <a:lnTo>
                    <a:pt x="100241" y="334505"/>
                  </a:lnTo>
                  <a:lnTo>
                    <a:pt x="85788" y="344703"/>
                  </a:lnTo>
                  <a:lnTo>
                    <a:pt x="85788" y="343166"/>
                  </a:lnTo>
                  <a:lnTo>
                    <a:pt x="84353" y="335495"/>
                  </a:lnTo>
                  <a:lnTo>
                    <a:pt x="84302" y="335191"/>
                  </a:lnTo>
                  <a:lnTo>
                    <a:pt x="80238" y="328866"/>
                  </a:lnTo>
                  <a:lnTo>
                    <a:pt x="74256" y="324739"/>
                  </a:lnTo>
                  <a:lnTo>
                    <a:pt x="66776" y="323215"/>
                  </a:lnTo>
                  <a:lnTo>
                    <a:pt x="66776" y="343166"/>
                  </a:lnTo>
                  <a:lnTo>
                    <a:pt x="66776" y="494411"/>
                  </a:lnTo>
                  <a:lnTo>
                    <a:pt x="18211" y="494411"/>
                  </a:lnTo>
                  <a:lnTo>
                    <a:pt x="18211" y="343166"/>
                  </a:lnTo>
                  <a:lnTo>
                    <a:pt x="66776" y="343166"/>
                  </a:lnTo>
                  <a:lnTo>
                    <a:pt x="66776" y="323215"/>
                  </a:lnTo>
                  <a:lnTo>
                    <a:pt x="18211" y="323215"/>
                  </a:lnTo>
                  <a:lnTo>
                    <a:pt x="10858" y="324739"/>
                  </a:lnTo>
                  <a:lnTo>
                    <a:pt x="5105" y="328866"/>
                  </a:lnTo>
                  <a:lnTo>
                    <a:pt x="1295" y="335191"/>
                  </a:lnTo>
                  <a:lnTo>
                    <a:pt x="50" y="342404"/>
                  </a:lnTo>
                  <a:lnTo>
                    <a:pt x="0" y="494893"/>
                  </a:lnTo>
                  <a:lnTo>
                    <a:pt x="1206" y="501980"/>
                  </a:lnTo>
                  <a:lnTo>
                    <a:pt x="1295" y="502500"/>
                  </a:lnTo>
                  <a:lnTo>
                    <a:pt x="5105" y="509092"/>
                  </a:lnTo>
                  <a:lnTo>
                    <a:pt x="10909" y="513511"/>
                  </a:lnTo>
                  <a:lnTo>
                    <a:pt x="18211" y="515137"/>
                  </a:lnTo>
                  <a:lnTo>
                    <a:pt x="73812" y="515137"/>
                  </a:lnTo>
                  <a:lnTo>
                    <a:pt x="80149" y="510527"/>
                  </a:lnTo>
                  <a:lnTo>
                    <a:pt x="82969" y="504393"/>
                  </a:lnTo>
                  <a:lnTo>
                    <a:pt x="160388" y="504393"/>
                  </a:lnTo>
                  <a:lnTo>
                    <a:pt x="164604" y="499783"/>
                  </a:lnTo>
                  <a:lnTo>
                    <a:pt x="164604" y="494411"/>
                  </a:lnTo>
                  <a:lnTo>
                    <a:pt x="164604" y="489038"/>
                  </a:lnTo>
                  <a:lnTo>
                    <a:pt x="160388" y="484428"/>
                  </a:lnTo>
                  <a:lnTo>
                    <a:pt x="85788" y="484428"/>
                  </a:lnTo>
                  <a:lnTo>
                    <a:pt x="85788" y="372338"/>
                  </a:lnTo>
                  <a:lnTo>
                    <a:pt x="128981" y="344703"/>
                  </a:lnTo>
                  <a:lnTo>
                    <a:pt x="149834" y="341642"/>
                  </a:lnTo>
                  <a:lnTo>
                    <a:pt x="153352" y="341642"/>
                  </a:lnTo>
                  <a:lnTo>
                    <a:pt x="199669" y="351993"/>
                  </a:lnTo>
                  <a:lnTo>
                    <a:pt x="230073" y="371576"/>
                  </a:lnTo>
                  <a:lnTo>
                    <a:pt x="307492" y="371576"/>
                  </a:lnTo>
                  <a:lnTo>
                    <a:pt x="315023" y="373316"/>
                  </a:lnTo>
                  <a:lnTo>
                    <a:pt x="321297" y="378002"/>
                  </a:lnTo>
                  <a:lnTo>
                    <a:pt x="325602" y="384848"/>
                  </a:lnTo>
                  <a:lnTo>
                    <a:pt x="327190" y="393065"/>
                  </a:lnTo>
                  <a:lnTo>
                    <a:pt x="325704" y="401180"/>
                  </a:lnTo>
                  <a:lnTo>
                    <a:pt x="321652" y="407847"/>
                  </a:lnTo>
                  <a:lnTo>
                    <a:pt x="315620" y="412496"/>
                  </a:lnTo>
                  <a:lnTo>
                    <a:pt x="308190" y="414566"/>
                  </a:lnTo>
                  <a:lnTo>
                    <a:pt x="206133" y="414566"/>
                  </a:lnTo>
                  <a:lnTo>
                    <a:pt x="201917" y="419176"/>
                  </a:lnTo>
                  <a:lnTo>
                    <a:pt x="201917" y="429920"/>
                  </a:lnTo>
                  <a:lnTo>
                    <a:pt x="206133" y="434530"/>
                  </a:lnTo>
                  <a:lnTo>
                    <a:pt x="317334" y="434530"/>
                  </a:lnTo>
                  <a:lnTo>
                    <a:pt x="325793" y="431457"/>
                  </a:lnTo>
                  <a:lnTo>
                    <a:pt x="332117" y="425310"/>
                  </a:lnTo>
                  <a:lnTo>
                    <a:pt x="373862" y="386156"/>
                  </a:lnTo>
                  <a:lnTo>
                    <a:pt x="437692" y="326275"/>
                  </a:lnTo>
                  <a:lnTo>
                    <a:pt x="444741" y="324739"/>
                  </a:lnTo>
                  <a:lnTo>
                    <a:pt x="450367" y="327825"/>
                  </a:lnTo>
                  <a:lnTo>
                    <a:pt x="455282" y="330123"/>
                  </a:lnTo>
                  <a:lnTo>
                    <a:pt x="458812" y="335495"/>
                  </a:lnTo>
                  <a:lnTo>
                    <a:pt x="459511" y="340868"/>
                  </a:lnTo>
                  <a:lnTo>
                    <a:pt x="460743" y="346240"/>
                  </a:lnTo>
                  <a:lnTo>
                    <a:pt x="460832" y="346633"/>
                  </a:lnTo>
                  <a:lnTo>
                    <a:pt x="460921" y="347002"/>
                  </a:lnTo>
                  <a:lnTo>
                    <a:pt x="458812" y="353148"/>
                  </a:lnTo>
                  <a:lnTo>
                    <a:pt x="367309" y="452958"/>
                  </a:lnTo>
                  <a:lnTo>
                    <a:pt x="335724" y="476173"/>
                  </a:lnTo>
                  <a:lnTo>
                    <a:pt x="298335" y="484428"/>
                  </a:lnTo>
                  <a:lnTo>
                    <a:pt x="234289" y="484428"/>
                  </a:lnTo>
                  <a:lnTo>
                    <a:pt x="230073" y="489038"/>
                  </a:lnTo>
                  <a:lnTo>
                    <a:pt x="230073" y="499783"/>
                  </a:lnTo>
                  <a:lnTo>
                    <a:pt x="234289" y="504393"/>
                  </a:lnTo>
                  <a:lnTo>
                    <a:pt x="298335" y="504393"/>
                  </a:lnTo>
                  <a:lnTo>
                    <a:pt x="321195" y="501980"/>
                  </a:lnTo>
                  <a:lnTo>
                    <a:pt x="362966" y="483336"/>
                  </a:lnTo>
                  <a:lnTo>
                    <a:pt x="468655" y="371576"/>
                  </a:lnTo>
                  <a:lnTo>
                    <a:pt x="476935" y="355739"/>
                  </a:lnTo>
                  <a:lnTo>
                    <a:pt x="478307" y="347002"/>
                  </a:lnTo>
                  <a:close/>
                </a:path>
              </a:pathLst>
            </a:custGeom>
            <a:solidFill>
              <a:srgbClr val="1780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991599" y="4072255"/>
              <a:ext cx="797560" cy="869315"/>
            </a:xfrm>
            <a:custGeom>
              <a:avLst/>
              <a:gdLst/>
              <a:ahLst/>
              <a:cxnLst/>
              <a:rect l="l" t="t" r="r" b="b"/>
              <a:pathLst>
                <a:path w="797559" h="869314">
                  <a:moveTo>
                    <a:pt x="0" y="434594"/>
                  </a:moveTo>
                  <a:lnTo>
                    <a:pt x="2681" y="383909"/>
                  </a:lnTo>
                  <a:lnTo>
                    <a:pt x="10526" y="334942"/>
                  </a:lnTo>
                  <a:lnTo>
                    <a:pt x="23235" y="288019"/>
                  </a:lnTo>
                  <a:lnTo>
                    <a:pt x="40511" y="243466"/>
                  </a:lnTo>
                  <a:lnTo>
                    <a:pt x="62053" y="201608"/>
                  </a:lnTo>
                  <a:lnTo>
                    <a:pt x="87564" y="162773"/>
                  </a:lnTo>
                  <a:lnTo>
                    <a:pt x="116744" y="127285"/>
                  </a:lnTo>
                  <a:lnTo>
                    <a:pt x="149295" y="95472"/>
                  </a:lnTo>
                  <a:lnTo>
                    <a:pt x="184918" y="67658"/>
                  </a:lnTo>
                  <a:lnTo>
                    <a:pt x="223314" y="44170"/>
                  </a:lnTo>
                  <a:lnTo>
                    <a:pt x="264184" y="25335"/>
                  </a:lnTo>
                  <a:lnTo>
                    <a:pt x="307230" y="11477"/>
                  </a:lnTo>
                  <a:lnTo>
                    <a:pt x="352152" y="2923"/>
                  </a:lnTo>
                  <a:lnTo>
                    <a:pt x="398652" y="0"/>
                  </a:lnTo>
                  <a:lnTo>
                    <a:pt x="445127" y="2923"/>
                  </a:lnTo>
                  <a:lnTo>
                    <a:pt x="490028" y="11477"/>
                  </a:lnTo>
                  <a:lnTo>
                    <a:pt x="533055" y="25335"/>
                  </a:lnTo>
                  <a:lnTo>
                    <a:pt x="573910" y="44170"/>
                  </a:lnTo>
                  <a:lnTo>
                    <a:pt x="612294" y="67658"/>
                  </a:lnTo>
                  <a:lnTo>
                    <a:pt x="647906" y="95472"/>
                  </a:lnTo>
                  <a:lnTo>
                    <a:pt x="680450" y="127285"/>
                  </a:lnTo>
                  <a:lnTo>
                    <a:pt x="709624" y="162773"/>
                  </a:lnTo>
                  <a:lnTo>
                    <a:pt x="735131" y="201608"/>
                  </a:lnTo>
                  <a:lnTo>
                    <a:pt x="756670" y="243466"/>
                  </a:lnTo>
                  <a:lnTo>
                    <a:pt x="773944" y="288019"/>
                  </a:lnTo>
                  <a:lnTo>
                    <a:pt x="786653" y="334942"/>
                  </a:lnTo>
                  <a:lnTo>
                    <a:pt x="794497" y="383909"/>
                  </a:lnTo>
                  <a:lnTo>
                    <a:pt x="797178" y="434594"/>
                  </a:lnTo>
                  <a:lnTo>
                    <a:pt x="794497" y="485280"/>
                  </a:lnTo>
                  <a:lnTo>
                    <a:pt x="786653" y="534252"/>
                  </a:lnTo>
                  <a:lnTo>
                    <a:pt x="773944" y="581183"/>
                  </a:lnTo>
                  <a:lnTo>
                    <a:pt x="756670" y="625747"/>
                  </a:lnTo>
                  <a:lnTo>
                    <a:pt x="735131" y="667616"/>
                  </a:lnTo>
                  <a:lnTo>
                    <a:pt x="709624" y="706464"/>
                  </a:lnTo>
                  <a:lnTo>
                    <a:pt x="680450" y="741965"/>
                  </a:lnTo>
                  <a:lnTo>
                    <a:pt x="647906" y="773792"/>
                  </a:lnTo>
                  <a:lnTo>
                    <a:pt x="612294" y="801619"/>
                  </a:lnTo>
                  <a:lnTo>
                    <a:pt x="573910" y="825119"/>
                  </a:lnTo>
                  <a:lnTo>
                    <a:pt x="533055" y="843964"/>
                  </a:lnTo>
                  <a:lnTo>
                    <a:pt x="490028" y="857830"/>
                  </a:lnTo>
                  <a:lnTo>
                    <a:pt x="445127" y="866389"/>
                  </a:lnTo>
                  <a:lnTo>
                    <a:pt x="398652" y="869315"/>
                  </a:lnTo>
                  <a:lnTo>
                    <a:pt x="352152" y="866389"/>
                  </a:lnTo>
                  <a:lnTo>
                    <a:pt x="307230" y="857830"/>
                  </a:lnTo>
                  <a:lnTo>
                    <a:pt x="264184" y="843964"/>
                  </a:lnTo>
                  <a:lnTo>
                    <a:pt x="223314" y="825119"/>
                  </a:lnTo>
                  <a:lnTo>
                    <a:pt x="184918" y="801619"/>
                  </a:lnTo>
                  <a:lnTo>
                    <a:pt x="149295" y="773792"/>
                  </a:lnTo>
                  <a:lnTo>
                    <a:pt x="116744" y="741965"/>
                  </a:lnTo>
                  <a:lnTo>
                    <a:pt x="87564" y="706464"/>
                  </a:lnTo>
                  <a:lnTo>
                    <a:pt x="62053" y="667616"/>
                  </a:lnTo>
                  <a:lnTo>
                    <a:pt x="40511" y="625747"/>
                  </a:lnTo>
                  <a:lnTo>
                    <a:pt x="23235" y="581183"/>
                  </a:lnTo>
                  <a:lnTo>
                    <a:pt x="10526" y="534252"/>
                  </a:lnTo>
                  <a:lnTo>
                    <a:pt x="2681" y="485280"/>
                  </a:lnTo>
                  <a:lnTo>
                    <a:pt x="0" y="434594"/>
                  </a:lnTo>
                  <a:close/>
                </a:path>
              </a:pathLst>
            </a:custGeom>
            <a:ln w="25400">
              <a:solidFill>
                <a:srgbClr val="34A75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9788779" y="4527550"/>
              <a:ext cx="280035" cy="0"/>
            </a:xfrm>
            <a:custGeom>
              <a:avLst/>
              <a:gdLst/>
              <a:ahLst/>
              <a:cxnLst/>
              <a:rect l="l" t="t" r="r" b="b"/>
              <a:pathLst>
                <a:path w="280034">
                  <a:moveTo>
                    <a:pt x="0" y="0"/>
                  </a:moveTo>
                  <a:lnTo>
                    <a:pt x="279780" y="0"/>
                  </a:lnTo>
                </a:path>
              </a:pathLst>
            </a:custGeom>
            <a:ln w="28575">
              <a:solidFill>
                <a:srgbClr val="34A75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004297" y="4479290"/>
              <a:ext cx="88519" cy="96520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9157068" y="4258830"/>
              <a:ext cx="483234" cy="537845"/>
            </a:xfrm>
            <a:custGeom>
              <a:avLst/>
              <a:gdLst/>
              <a:ahLst/>
              <a:cxnLst/>
              <a:rect l="l" t="t" r="r" b="b"/>
              <a:pathLst>
                <a:path w="483234" h="537845">
                  <a:moveTo>
                    <a:pt x="392658" y="170535"/>
                  </a:moveTo>
                  <a:lnTo>
                    <a:pt x="389648" y="167195"/>
                  </a:lnTo>
                  <a:lnTo>
                    <a:pt x="385902" y="167195"/>
                  </a:lnTo>
                  <a:lnTo>
                    <a:pt x="94602" y="167195"/>
                  </a:lnTo>
                  <a:lnTo>
                    <a:pt x="91592" y="170535"/>
                  </a:lnTo>
                  <a:lnTo>
                    <a:pt x="91592" y="178904"/>
                  </a:lnTo>
                  <a:lnTo>
                    <a:pt x="94602" y="183083"/>
                  </a:lnTo>
                  <a:lnTo>
                    <a:pt x="389648" y="183083"/>
                  </a:lnTo>
                  <a:lnTo>
                    <a:pt x="392658" y="178904"/>
                  </a:lnTo>
                  <a:lnTo>
                    <a:pt x="392658" y="170535"/>
                  </a:lnTo>
                  <a:close/>
                </a:path>
                <a:path w="483234" h="537845">
                  <a:moveTo>
                    <a:pt x="392658" y="131254"/>
                  </a:moveTo>
                  <a:lnTo>
                    <a:pt x="389648" y="127914"/>
                  </a:lnTo>
                  <a:lnTo>
                    <a:pt x="385902" y="127914"/>
                  </a:lnTo>
                  <a:lnTo>
                    <a:pt x="94602" y="127914"/>
                  </a:lnTo>
                  <a:lnTo>
                    <a:pt x="91592" y="131254"/>
                  </a:lnTo>
                  <a:lnTo>
                    <a:pt x="91592" y="139623"/>
                  </a:lnTo>
                  <a:lnTo>
                    <a:pt x="94602" y="143802"/>
                  </a:lnTo>
                  <a:lnTo>
                    <a:pt x="389648" y="143802"/>
                  </a:lnTo>
                  <a:lnTo>
                    <a:pt x="392658" y="139623"/>
                  </a:lnTo>
                  <a:lnTo>
                    <a:pt x="392658" y="131254"/>
                  </a:lnTo>
                  <a:close/>
                </a:path>
                <a:path w="483234" h="537845">
                  <a:moveTo>
                    <a:pt x="392658" y="91960"/>
                  </a:moveTo>
                  <a:lnTo>
                    <a:pt x="389648" y="88620"/>
                  </a:lnTo>
                  <a:lnTo>
                    <a:pt x="385902" y="88620"/>
                  </a:lnTo>
                  <a:lnTo>
                    <a:pt x="94602" y="88620"/>
                  </a:lnTo>
                  <a:lnTo>
                    <a:pt x="91592" y="91960"/>
                  </a:lnTo>
                  <a:lnTo>
                    <a:pt x="91592" y="100330"/>
                  </a:lnTo>
                  <a:lnTo>
                    <a:pt x="94602" y="104508"/>
                  </a:lnTo>
                  <a:lnTo>
                    <a:pt x="389648" y="104508"/>
                  </a:lnTo>
                  <a:lnTo>
                    <a:pt x="392658" y="100330"/>
                  </a:lnTo>
                  <a:lnTo>
                    <a:pt x="392658" y="91960"/>
                  </a:lnTo>
                  <a:close/>
                </a:path>
                <a:path w="483234" h="537845">
                  <a:moveTo>
                    <a:pt x="450469" y="91732"/>
                  </a:moveTo>
                  <a:lnTo>
                    <a:pt x="446709" y="85382"/>
                  </a:lnTo>
                  <a:lnTo>
                    <a:pt x="441464" y="82842"/>
                  </a:lnTo>
                  <a:lnTo>
                    <a:pt x="436206" y="81000"/>
                  </a:lnTo>
                  <a:lnTo>
                    <a:pt x="436206" y="98082"/>
                  </a:lnTo>
                  <a:lnTo>
                    <a:pt x="436206" y="306362"/>
                  </a:lnTo>
                  <a:lnTo>
                    <a:pt x="426961" y="310172"/>
                  </a:lnTo>
                  <a:lnTo>
                    <a:pt x="415747" y="319062"/>
                  </a:lnTo>
                  <a:lnTo>
                    <a:pt x="405371" y="333032"/>
                  </a:lnTo>
                  <a:lnTo>
                    <a:pt x="398653" y="352082"/>
                  </a:lnTo>
                  <a:lnTo>
                    <a:pt x="340855" y="352082"/>
                  </a:lnTo>
                  <a:lnTo>
                    <a:pt x="343103" y="348272"/>
                  </a:lnTo>
                  <a:lnTo>
                    <a:pt x="345363" y="343192"/>
                  </a:lnTo>
                  <a:lnTo>
                    <a:pt x="345363" y="329222"/>
                  </a:lnTo>
                  <a:lnTo>
                    <a:pt x="334848" y="311442"/>
                  </a:lnTo>
                  <a:lnTo>
                    <a:pt x="334848" y="308902"/>
                  </a:lnTo>
                  <a:lnTo>
                    <a:pt x="334098" y="306362"/>
                  </a:lnTo>
                  <a:lnTo>
                    <a:pt x="334098" y="298742"/>
                  </a:lnTo>
                  <a:lnTo>
                    <a:pt x="334848" y="293662"/>
                  </a:lnTo>
                  <a:lnTo>
                    <a:pt x="334848" y="286042"/>
                  </a:lnTo>
                  <a:lnTo>
                    <a:pt x="331838" y="278422"/>
                  </a:lnTo>
                  <a:lnTo>
                    <a:pt x="331089" y="277406"/>
                  </a:lnTo>
                  <a:lnTo>
                    <a:pt x="331089" y="334302"/>
                  </a:lnTo>
                  <a:lnTo>
                    <a:pt x="331089" y="340652"/>
                  </a:lnTo>
                  <a:lnTo>
                    <a:pt x="319938" y="372402"/>
                  </a:lnTo>
                  <a:lnTo>
                    <a:pt x="319836" y="374942"/>
                  </a:lnTo>
                  <a:lnTo>
                    <a:pt x="320586" y="378752"/>
                  </a:lnTo>
                  <a:lnTo>
                    <a:pt x="320586" y="383832"/>
                  </a:lnTo>
                  <a:lnTo>
                    <a:pt x="319836" y="386372"/>
                  </a:lnTo>
                  <a:lnTo>
                    <a:pt x="318325" y="388912"/>
                  </a:lnTo>
                  <a:lnTo>
                    <a:pt x="314579" y="391452"/>
                  </a:lnTo>
                  <a:lnTo>
                    <a:pt x="307073" y="393992"/>
                  </a:lnTo>
                  <a:lnTo>
                    <a:pt x="303314" y="396532"/>
                  </a:lnTo>
                  <a:lnTo>
                    <a:pt x="296557" y="404152"/>
                  </a:lnTo>
                  <a:lnTo>
                    <a:pt x="294309" y="409232"/>
                  </a:lnTo>
                  <a:lnTo>
                    <a:pt x="292798" y="413042"/>
                  </a:lnTo>
                  <a:lnTo>
                    <a:pt x="290550" y="416852"/>
                  </a:lnTo>
                  <a:lnTo>
                    <a:pt x="289052" y="420662"/>
                  </a:lnTo>
                  <a:lnTo>
                    <a:pt x="286804" y="423202"/>
                  </a:lnTo>
                  <a:lnTo>
                    <a:pt x="274040" y="423202"/>
                  </a:lnTo>
                  <a:lnTo>
                    <a:pt x="274040" y="439712"/>
                  </a:lnTo>
                  <a:lnTo>
                    <a:pt x="274040" y="520992"/>
                  </a:lnTo>
                  <a:lnTo>
                    <a:pt x="271856" y="519722"/>
                  </a:lnTo>
                  <a:lnTo>
                    <a:pt x="247764" y="505752"/>
                  </a:lnTo>
                  <a:lnTo>
                    <a:pt x="246265" y="504482"/>
                  </a:lnTo>
                  <a:lnTo>
                    <a:pt x="238747" y="504482"/>
                  </a:lnTo>
                  <a:lnTo>
                    <a:pt x="236499" y="505752"/>
                  </a:lnTo>
                  <a:lnTo>
                    <a:pt x="210972" y="520992"/>
                  </a:lnTo>
                  <a:lnTo>
                    <a:pt x="210972" y="439712"/>
                  </a:lnTo>
                  <a:lnTo>
                    <a:pt x="213233" y="438442"/>
                  </a:lnTo>
                  <a:lnTo>
                    <a:pt x="215480" y="438442"/>
                  </a:lnTo>
                  <a:lnTo>
                    <a:pt x="219976" y="439712"/>
                  </a:lnTo>
                  <a:lnTo>
                    <a:pt x="222237" y="442252"/>
                  </a:lnTo>
                  <a:lnTo>
                    <a:pt x="225234" y="443522"/>
                  </a:lnTo>
                  <a:lnTo>
                    <a:pt x="235737" y="452412"/>
                  </a:lnTo>
                  <a:lnTo>
                    <a:pt x="249262" y="452412"/>
                  </a:lnTo>
                  <a:lnTo>
                    <a:pt x="259765" y="443522"/>
                  </a:lnTo>
                  <a:lnTo>
                    <a:pt x="262026" y="442252"/>
                  </a:lnTo>
                  <a:lnTo>
                    <a:pt x="265023" y="439712"/>
                  </a:lnTo>
                  <a:lnTo>
                    <a:pt x="267271" y="439712"/>
                  </a:lnTo>
                  <a:lnTo>
                    <a:pt x="268782" y="438442"/>
                  </a:lnTo>
                  <a:lnTo>
                    <a:pt x="271780" y="438442"/>
                  </a:lnTo>
                  <a:lnTo>
                    <a:pt x="274040" y="439712"/>
                  </a:lnTo>
                  <a:lnTo>
                    <a:pt x="274040" y="423202"/>
                  </a:lnTo>
                  <a:lnTo>
                    <a:pt x="269773" y="423202"/>
                  </a:lnTo>
                  <a:lnTo>
                    <a:pt x="263436" y="424472"/>
                  </a:lnTo>
                  <a:lnTo>
                    <a:pt x="257505" y="427012"/>
                  </a:lnTo>
                  <a:lnTo>
                    <a:pt x="251510" y="430822"/>
                  </a:lnTo>
                  <a:lnTo>
                    <a:pt x="248513" y="433362"/>
                  </a:lnTo>
                  <a:lnTo>
                    <a:pt x="244754" y="435902"/>
                  </a:lnTo>
                  <a:lnTo>
                    <a:pt x="239496" y="435902"/>
                  </a:lnTo>
                  <a:lnTo>
                    <a:pt x="236499" y="433362"/>
                  </a:lnTo>
                  <a:lnTo>
                    <a:pt x="232740" y="430822"/>
                  </a:lnTo>
                  <a:lnTo>
                    <a:pt x="229743" y="428282"/>
                  </a:lnTo>
                  <a:lnTo>
                    <a:pt x="225983" y="425742"/>
                  </a:lnTo>
                  <a:lnTo>
                    <a:pt x="216979" y="423202"/>
                  </a:lnTo>
                  <a:lnTo>
                    <a:pt x="198208" y="423202"/>
                  </a:lnTo>
                  <a:lnTo>
                    <a:pt x="195961" y="420662"/>
                  </a:lnTo>
                  <a:lnTo>
                    <a:pt x="193700" y="416852"/>
                  </a:lnTo>
                  <a:lnTo>
                    <a:pt x="190703" y="409232"/>
                  </a:lnTo>
                  <a:lnTo>
                    <a:pt x="188455" y="404152"/>
                  </a:lnTo>
                  <a:lnTo>
                    <a:pt x="184696" y="401612"/>
                  </a:lnTo>
                  <a:lnTo>
                    <a:pt x="181698" y="396532"/>
                  </a:lnTo>
                  <a:lnTo>
                    <a:pt x="177190" y="393992"/>
                  </a:lnTo>
                  <a:lnTo>
                    <a:pt x="164426" y="383832"/>
                  </a:lnTo>
                  <a:lnTo>
                    <a:pt x="164426" y="374942"/>
                  </a:lnTo>
                  <a:lnTo>
                    <a:pt x="165176" y="371132"/>
                  </a:lnTo>
                  <a:lnTo>
                    <a:pt x="165176" y="364782"/>
                  </a:lnTo>
                  <a:lnTo>
                    <a:pt x="163677" y="359702"/>
                  </a:lnTo>
                  <a:lnTo>
                    <a:pt x="162915" y="354622"/>
                  </a:lnTo>
                  <a:lnTo>
                    <a:pt x="161417" y="352082"/>
                  </a:lnTo>
                  <a:lnTo>
                    <a:pt x="160667" y="350812"/>
                  </a:lnTo>
                  <a:lnTo>
                    <a:pt x="157670" y="347002"/>
                  </a:lnTo>
                  <a:lnTo>
                    <a:pt x="155409" y="343192"/>
                  </a:lnTo>
                  <a:lnTo>
                    <a:pt x="153162" y="340652"/>
                  </a:lnTo>
                  <a:lnTo>
                    <a:pt x="153162" y="334302"/>
                  </a:lnTo>
                  <a:lnTo>
                    <a:pt x="157670" y="326682"/>
                  </a:lnTo>
                  <a:lnTo>
                    <a:pt x="161366" y="320332"/>
                  </a:lnTo>
                  <a:lnTo>
                    <a:pt x="163576" y="313982"/>
                  </a:lnTo>
                  <a:lnTo>
                    <a:pt x="164528" y="306362"/>
                  </a:lnTo>
                  <a:lnTo>
                    <a:pt x="164426" y="289852"/>
                  </a:lnTo>
                  <a:lnTo>
                    <a:pt x="165176" y="287312"/>
                  </a:lnTo>
                  <a:lnTo>
                    <a:pt x="166674" y="284772"/>
                  </a:lnTo>
                  <a:lnTo>
                    <a:pt x="170421" y="283502"/>
                  </a:lnTo>
                  <a:lnTo>
                    <a:pt x="173431" y="280962"/>
                  </a:lnTo>
                  <a:lnTo>
                    <a:pt x="177190" y="278422"/>
                  </a:lnTo>
                  <a:lnTo>
                    <a:pt x="181698" y="275882"/>
                  </a:lnTo>
                  <a:lnTo>
                    <a:pt x="188455" y="269532"/>
                  </a:lnTo>
                  <a:lnTo>
                    <a:pt x="190703" y="264452"/>
                  </a:lnTo>
                  <a:lnTo>
                    <a:pt x="193700" y="256832"/>
                  </a:lnTo>
                  <a:lnTo>
                    <a:pt x="195961" y="251752"/>
                  </a:lnTo>
                  <a:lnTo>
                    <a:pt x="198208" y="250482"/>
                  </a:lnTo>
                  <a:lnTo>
                    <a:pt x="199707" y="249212"/>
                  </a:lnTo>
                  <a:lnTo>
                    <a:pt x="204216" y="249212"/>
                  </a:lnTo>
                  <a:lnTo>
                    <a:pt x="207962" y="250482"/>
                  </a:lnTo>
                  <a:lnTo>
                    <a:pt x="216979" y="250482"/>
                  </a:lnTo>
                  <a:lnTo>
                    <a:pt x="221488" y="249212"/>
                  </a:lnTo>
                  <a:lnTo>
                    <a:pt x="225983" y="247942"/>
                  </a:lnTo>
                  <a:lnTo>
                    <a:pt x="229743" y="245402"/>
                  </a:lnTo>
                  <a:lnTo>
                    <a:pt x="232740" y="242862"/>
                  </a:lnTo>
                  <a:lnTo>
                    <a:pt x="236499" y="240322"/>
                  </a:lnTo>
                  <a:lnTo>
                    <a:pt x="239496" y="237782"/>
                  </a:lnTo>
                  <a:lnTo>
                    <a:pt x="244754" y="237782"/>
                  </a:lnTo>
                  <a:lnTo>
                    <a:pt x="248513" y="240322"/>
                  </a:lnTo>
                  <a:lnTo>
                    <a:pt x="251510" y="242862"/>
                  </a:lnTo>
                  <a:lnTo>
                    <a:pt x="259016" y="247942"/>
                  </a:lnTo>
                  <a:lnTo>
                    <a:pt x="268020" y="250482"/>
                  </a:lnTo>
                  <a:lnTo>
                    <a:pt x="277037" y="250482"/>
                  </a:lnTo>
                  <a:lnTo>
                    <a:pt x="280797" y="249212"/>
                  </a:lnTo>
                  <a:lnTo>
                    <a:pt x="284543" y="249212"/>
                  </a:lnTo>
                  <a:lnTo>
                    <a:pt x="289052" y="251752"/>
                  </a:lnTo>
                  <a:lnTo>
                    <a:pt x="290550" y="256832"/>
                  </a:lnTo>
                  <a:lnTo>
                    <a:pt x="292798" y="260642"/>
                  </a:lnTo>
                  <a:lnTo>
                    <a:pt x="318325" y="284772"/>
                  </a:lnTo>
                  <a:lnTo>
                    <a:pt x="319836" y="287312"/>
                  </a:lnTo>
                  <a:lnTo>
                    <a:pt x="320586" y="289852"/>
                  </a:lnTo>
                  <a:lnTo>
                    <a:pt x="320586" y="293662"/>
                  </a:lnTo>
                  <a:lnTo>
                    <a:pt x="319836" y="298742"/>
                  </a:lnTo>
                  <a:lnTo>
                    <a:pt x="319836" y="307632"/>
                  </a:lnTo>
                  <a:lnTo>
                    <a:pt x="320586" y="312712"/>
                  </a:lnTo>
                  <a:lnTo>
                    <a:pt x="322084" y="317792"/>
                  </a:lnTo>
                  <a:lnTo>
                    <a:pt x="326593" y="326682"/>
                  </a:lnTo>
                  <a:lnTo>
                    <a:pt x="331089" y="334302"/>
                  </a:lnTo>
                  <a:lnTo>
                    <a:pt x="331089" y="277406"/>
                  </a:lnTo>
                  <a:lnTo>
                    <a:pt x="328091" y="273342"/>
                  </a:lnTo>
                  <a:lnTo>
                    <a:pt x="317576" y="266992"/>
                  </a:lnTo>
                  <a:lnTo>
                    <a:pt x="314579" y="264452"/>
                  </a:lnTo>
                  <a:lnTo>
                    <a:pt x="311581" y="264452"/>
                  </a:lnTo>
                  <a:lnTo>
                    <a:pt x="310070" y="261912"/>
                  </a:lnTo>
                  <a:lnTo>
                    <a:pt x="307822" y="259372"/>
                  </a:lnTo>
                  <a:lnTo>
                    <a:pt x="307073" y="256832"/>
                  </a:lnTo>
                  <a:lnTo>
                    <a:pt x="305562" y="253022"/>
                  </a:lnTo>
                  <a:lnTo>
                    <a:pt x="303555" y="249212"/>
                  </a:lnTo>
                  <a:lnTo>
                    <a:pt x="299554" y="241592"/>
                  </a:lnTo>
                  <a:lnTo>
                    <a:pt x="294309" y="237782"/>
                  </a:lnTo>
                  <a:lnTo>
                    <a:pt x="290296" y="235242"/>
                  </a:lnTo>
                  <a:lnTo>
                    <a:pt x="288302" y="233972"/>
                  </a:lnTo>
                  <a:lnTo>
                    <a:pt x="281546" y="233972"/>
                  </a:lnTo>
                  <a:lnTo>
                    <a:pt x="276288" y="235242"/>
                  </a:lnTo>
                  <a:lnTo>
                    <a:pt x="269532" y="235242"/>
                  </a:lnTo>
                  <a:lnTo>
                    <a:pt x="267271" y="233972"/>
                  </a:lnTo>
                  <a:lnTo>
                    <a:pt x="265023" y="233972"/>
                  </a:lnTo>
                  <a:lnTo>
                    <a:pt x="262026" y="231432"/>
                  </a:lnTo>
                  <a:lnTo>
                    <a:pt x="259765" y="230162"/>
                  </a:lnTo>
                  <a:lnTo>
                    <a:pt x="249262" y="222542"/>
                  </a:lnTo>
                  <a:lnTo>
                    <a:pt x="235737" y="222542"/>
                  </a:lnTo>
                  <a:lnTo>
                    <a:pt x="229743" y="226352"/>
                  </a:lnTo>
                  <a:lnTo>
                    <a:pt x="225234" y="230162"/>
                  </a:lnTo>
                  <a:lnTo>
                    <a:pt x="222237" y="231432"/>
                  </a:lnTo>
                  <a:lnTo>
                    <a:pt x="219976" y="233972"/>
                  </a:lnTo>
                  <a:lnTo>
                    <a:pt x="217728" y="233972"/>
                  </a:lnTo>
                  <a:lnTo>
                    <a:pt x="215480" y="235242"/>
                  </a:lnTo>
                  <a:lnTo>
                    <a:pt x="208711" y="235242"/>
                  </a:lnTo>
                  <a:lnTo>
                    <a:pt x="202704" y="233972"/>
                  </a:lnTo>
                  <a:lnTo>
                    <a:pt x="196710" y="233972"/>
                  </a:lnTo>
                  <a:lnTo>
                    <a:pt x="184696" y="241592"/>
                  </a:lnTo>
                  <a:lnTo>
                    <a:pt x="181698" y="246672"/>
                  </a:lnTo>
                  <a:lnTo>
                    <a:pt x="179438" y="253022"/>
                  </a:lnTo>
                  <a:lnTo>
                    <a:pt x="176428" y="259372"/>
                  </a:lnTo>
                  <a:lnTo>
                    <a:pt x="173431" y="264452"/>
                  </a:lnTo>
                  <a:lnTo>
                    <a:pt x="170421" y="264452"/>
                  </a:lnTo>
                  <a:lnTo>
                    <a:pt x="167424" y="266992"/>
                  </a:lnTo>
                  <a:lnTo>
                    <a:pt x="162166" y="269532"/>
                  </a:lnTo>
                  <a:lnTo>
                    <a:pt x="156171" y="273342"/>
                  </a:lnTo>
                  <a:lnTo>
                    <a:pt x="153162" y="278422"/>
                  </a:lnTo>
                  <a:lnTo>
                    <a:pt x="149415" y="286042"/>
                  </a:lnTo>
                  <a:lnTo>
                    <a:pt x="150164" y="293662"/>
                  </a:lnTo>
                  <a:lnTo>
                    <a:pt x="150164" y="298742"/>
                  </a:lnTo>
                  <a:lnTo>
                    <a:pt x="150914" y="303822"/>
                  </a:lnTo>
                  <a:lnTo>
                    <a:pt x="150914" y="306362"/>
                  </a:lnTo>
                  <a:lnTo>
                    <a:pt x="149415" y="311442"/>
                  </a:lnTo>
                  <a:lnTo>
                    <a:pt x="147916" y="315252"/>
                  </a:lnTo>
                  <a:lnTo>
                    <a:pt x="146405" y="317792"/>
                  </a:lnTo>
                  <a:lnTo>
                    <a:pt x="138899" y="329222"/>
                  </a:lnTo>
                  <a:lnTo>
                    <a:pt x="138899" y="343192"/>
                  </a:lnTo>
                  <a:lnTo>
                    <a:pt x="141147" y="348272"/>
                  </a:lnTo>
                  <a:lnTo>
                    <a:pt x="144145" y="352082"/>
                  </a:lnTo>
                  <a:lnTo>
                    <a:pt x="86347" y="352082"/>
                  </a:lnTo>
                  <a:lnTo>
                    <a:pt x="79514" y="333032"/>
                  </a:lnTo>
                  <a:lnTo>
                    <a:pt x="68884" y="319062"/>
                  </a:lnTo>
                  <a:lnTo>
                    <a:pt x="57416" y="310172"/>
                  </a:lnTo>
                  <a:lnTo>
                    <a:pt x="48056" y="306362"/>
                  </a:lnTo>
                  <a:lnTo>
                    <a:pt x="48056" y="98082"/>
                  </a:lnTo>
                  <a:lnTo>
                    <a:pt x="57416" y="93002"/>
                  </a:lnTo>
                  <a:lnTo>
                    <a:pt x="68884" y="84112"/>
                  </a:lnTo>
                  <a:lnTo>
                    <a:pt x="79514" y="70142"/>
                  </a:lnTo>
                  <a:lnTo>
                    <a:pt x="86347" y="51092"/>
                  </a:lnTo>
                  <a:lnTo>
                    <a:pt x="398653" y="51092"/>
                  </a:lnTo>
                  <a:lnTo>
                    <a:pt x="405371" y="70142"/>
                  </a:lnTo>
                  <a:lnTo>
                    <a:pt x="415747" y="84112"/>
                  </a:lnTo>
                  <a:lnTo>
                    <a:pt x="426961" y="93002"/>
                  </a:lnTo>
                  <a:lnTo>
                    <a:pt x="436206" y="98082"/>
                  </a:lnTo>
                  <a:lnTo>
                    <a:pt x="436206" y="81000"/>
                  </a:lnTo>
                  <a:lnTo>
                    <a:pt x="434251" y="80302"/>
                  </a:lnTo>
                  <a:lnTo>
                    <a:pt x="425500" y="72682"/>
                  </a:lnTo>
                  <a:lnTo>
                    <a:pt x="417601" y="62522"/>
                  </a:lnTo>
                  <a:lnTo>
                    <a:pt x="413778" y="51092"/>
                  </a:lnTo>
                  <a:lnTo>
                    <a:pt x="412927" y="48552"/>
                  </a:lnTo>
                  <a:lnTo>
                    <a:pt x="411429" y="40932"/>
                  </a:lnTo>
                  <a:lnTo>
                    <a:pt x="405422" y="35852"/>
                  </a:lnTo>
                  <a:lnTo>
                    <a:pt x="78841" y="35852"/>
                  </a:lnTo>
                  <a:lnTo>
                    <a:pt x="73583" y="40932"/>
                  </a:lnTo>
                  <a:lnTo>
                    <a:pt x="72072" y="48552"/>
                  </a:lnTo>
                  <a:lnTo>
                    <a:pt x="66992" y="62522"/>
                  </a:lnTo>
                  <a:lnTo>
                    <a:pt x="58940" y="72682"/>
                  </a:lnTo>
                  <a:lnTo>
                    <a:pt x="50330" y="80302"/>
                  </a:lnTo>
                  <a:lnTo>
                    <a:pt x="43548" y="82842"/>
                  </a:lnTo>
                  <a:lnTo>
                    <a:pt x="37541" y="85382"/>
                  </a:lnTo>
                  <a:lnTo>
                    <a:pt x="33794" y="91732"/>
                  </a:lnTo>
                  <a:lnTo>
                    <a:pt x="33794" y="312712"/>
                  </a:lnTo>
                  <a:lnTo>
                    <a:pt x="37541" y="317792"/>
                  </a:lnTo>
                  <a:lnTo>
                    <a:pt x="43548" y="320332"/>
                  </a:lnTo>
                  <a:lnTo>
                    <a:pt x="50330" y="324142"/>
                  </a:lnTo>
                  <a:lnTo>
                    <a:pt x="58940" y="330492"/>
                  </a:lnTo>
                  <a:lnTo>
                    <a:pt x="66992" y="340652"/>
                  </a:lnTo>
                  <a:lnTo>
                    <a:pt x="72085" y="355892"/>
                  </a:lnTo>
                  <a:lnTo>
                    <a:pt x="73583" y="363512"/>
                  </a:lnTo>
                  <a:lnTo>
                    <a:pt x="78841" y="368592"/>
                  </a:lnTo>
                  <a:lnTo>
                    <a:pt x="150914" y="368592"/>
                  </a:lnTo>
                  <a:lnTo>
                    <a:pt x="150914" y="369862"/>
                  </a:lnTo>
                  <a:lnTo>
                    <a:pt x="150164" y="372402"/>
                  </a:lnTo>
                  <a:lnTo>
                    <a:pt x="150164" y="380022"/>
                  </a:lnTo>
                  <a:lnTo>
                    <a:pt x="149415" y="386372"/>
                  </a:lnTo>
                  <a:lnTo>
                    <a:pt x="151663" y="391452"/>
                  </a:lnTo>
                  <a:lnTo>
                    <a:pt x="16522" y="391452"/>
                  </a:lnTo>
                  <a:lnTo>
                    <a:pt x="13525" y="388912"/>
                  </a:lnTo>
                  <a:lnTo>
                    <a:pt x="13525" y="95542"/>
                  </a:lnTo>
                  <a:lnTo>
                    <a:pt x="10515" y="91732"/>
                  </a:lnTo>
                  <a:lnTo>
                    <a:pt x="3009" y="91732"/>
                  </a:lnTo>
                  <a:lnTo>
                    <a:pt x="0" y="95542"/>
                  </a:lnTo>
                  <a:lnTo>
                    <a:pt x="0" y="386372"/>
                  </a:lnTo>
                  <a:lnTo>
                    <a:pt x="1460" y="393992"/>
                  </a:lnTo>
                  <a:lnTo>
                    <a:pt x="5448" y="401612"/>
                  </a:lnTo>
                  <a:lnTo>
                    <a:pt x="11404" y="405422"/>
                  </a:lnTo>
                  <a:lnTo>
                    <a:pt x="18770" y="407962"/>
                  </a:lnTo>
                  <a:lnTo>
                    <a:pt x="171183" y="407962"/>
                  </a:lnTo>
                  <a:lnTo>
                    <a:pt x="173431" y="410502"/>
                  </a:lnTo>
                  <a:lnTo>
                    <a:pt x="176428" y="413042"/>
                  </a:lnTo>
                  <a:lnTo>
                    <a:pt x="179438" y="420662"/>
                  </a:lnTo>
                  <a:lnTo>
                    <a:pt x="181698" y="425742"/>
                  </a:lnTo>
                  <a:lnTo>
                    <a:pt x="184696" y="433362"/>
                  </a:lnTo>
                  <a:lnTo>
                    <a:pt x="190703" y="435902"/>
                  </a:lnTo>
                  <a:lnTo>
                    <a:pt x="192201" y="438442"/>
                  </a:lnTo>
                  <a:lnTo>
                    <a:pt x="196710" y="438442"/>
                  </a:lnTo>
                  <a:lnTo>
                    <a:pt x="196710" y="528612"/>
                  </a:lnTo>
                  <a:lnTo>
                    <a:pt x="198208" y="533692"/>
                  </a:lnTo>
                  <a:lnTo>
                    <a:pt x="205714" y="537502"/>
                  </a:lnTo>
                  <a:lnTo>
                    <a:pt x="210223" y="537502"/>
                  </a:lnTo>
                  <a:lnTo>
                    <a:pt x="213982" y="536232"/>
                  </a:lnTo>
                  <a:lnTo>
                    <a:pt x="240309" y="520992"/>
                  </a:lnTo>
                  <a:lnTo>
                    <a:pt x="242506" y="519722"/>
                  </a:lnTo>
                  <a:lnTo>
                    <a:pt x="271030" y="536232"/>
                  </a:lnTo>
                  <a:lnTo>
                    <a:pt x="274040" y="537502"/>
                  </a:lnTo>
                  <a:lnTo>
                    <a:pt x="280797" y="537502"/>
                  </a:lnTo>
                  <a:lnTo>
                    <a:pt x="282295" y="536232"/>
                  </a:lnTo>
                  <a:lnTo>
                    <a:pt x="286054" y="533692"/>
                  </a:lnTo>
                  <a:lnTo>
                    <a:pt x="288302" y="528612"/>
                  </a:lnTo>
                  <a:lnTo>
                    <a:pt x="288302" y="520992"/>
                  </a:lnTo>
                  <a:lnTo>
                    <a:pt x="288302" y="438442"/>
                  </a:lnTo>
                  <a:lnTo>
                    <a:pt x="292049" y="438442"/>
                  </a:lnTo>
                  <a:lnTo>
                    <a:pt x="294309" y="435902"/>
                  </a:lnTo>
                  <a:lnTo>
                    <a:pt x="299554" y="433362"/>
                  </a:lnTo>
                  <a:lnTo>
                    <a:pt x="302564" y="425742"/>
                  </a:lnTo>
                  <a:lnTo>
                    <a:pt x="305562" y="420662"/>
                  </a:lnTo>
                  <a:lnTo>
                    <a:pt x="307073" y="416852"/>
                  </a:lnTo>
                  <a:lnTo>
                    <a:pt x="307822" y="413042"/>
                  </a:lnTo>
                  <a:lnTo>
                    <a:pt x="310070" y="411772"/>
                  </a:lnTo>
                  <a:lnTo>
                    <a:pt x="311581" y="410502"/>
                  </a:lnTo>
                  <a:lnTo>
                    <a:pt x="313829" y="407962"/>
                  </a:lnTo>
                  <a:lnTo>
                    <a:pt x="389648" y="407962"/>
                  </a:lnTo>
                  <a:lnTo>
                    <a:pt x="392658" y="404152"/>
                  </a:lnTo>
                  <a:lnTo>
                    <a:pt x="392658" y="395262"/>
                  </a:lnTo>
                  <a:lnTo>
                    <a:pt x="389648" y="391452"/>
                  </a:lnTo>
                  <a:lnTo>
                    <a:pt x="332587" y="391452"/>
                  </a:lnTo>
                  <a:lnTo>
                    <a:pt x="334848" y="386372"/>
                  </a:lnTo>
                  <a:lnTo>
                    <a:pt x="334848" y="380022"/>
                  </a:lnTo>
                  <a:lnTo>
                    <a:pt x="334098" y="373672"/>
                  </a:lnTo>
                  <a:lnTo>
                    <a:pt x="334098" y="368592"/>
                  </a:lnTo>
                  <a:lnTo>
                    <a:pt x="405422" y="368592"/>
                  </a:lnTo>
                  <a:lnTo>
                    <a:pt x="411429" y="363512"/>
                  </a:lnTo>
                  <a:lnTo>
                    <a:pt x="412927" y="355892"/>
                  </a:lnTo>
                  <a:lnTo>
                    <a:pt x="414096" y="352082"/>
                  </a:lnTo>
                  <a:lnTo>
                    <a:pt x="441464" y="320332"/>
                  </a:lnTo>
                  <a:lnTo>
                    <a:pt x="446709" y="317792"/>
                  </a:lnTo>
                  <a:lnTo>
                    <a:pt x="450469" y="312712"/>
                  </a:lnTo>
                  <a:lnTo>
                    <a:pt x="450469" y="91732"/>
                  </a:lnTo>
                  <a:close/>
                </a:path>
                <a:path w="483234" h="537845">
                  <a:moveTo>
                    <a:pt x="482650" y="7950"/>
                  </a:moveTo>
                  <a:lnTo>
                    <a:pt x="479463" y="2743"/>
                  </a:lnTo>
                  <a:lnTo>
                    <a:pt x="475653" y="0"/>
                  </a:lnTo>
                  <a:lnTo>
                    <a:pt x="9118" y="0"/>
                  </a:lnTo>
                  <a:lnTo>
                    <a:pt x="5448" y="2743"/>
                  </a:lnTo>
                  <a:lnTo>
                    <a:pt x="1460" y="9372"/>
                  </a:lnTo>
                  <a:lnTo>
                    <a:pt x="0" y="17576"/>
                  </a:lnTo>
                  <a:lnTo>
                    <a:pt x="0" y="66890"/>
                  </a:lnTo>
                  <a:lnTo>
                    <a:pt x="3009" y="70243"/>
                  </a:lnTo>
                  <a:lnTo>
                    <a:pt x="10515" y="70243"/>
                  </a:lnTo>
                  <a:lnTo>
                    <a:pt x="13512" y="66890"/>
                  </a:lnTo>
                  <a:lnTo>
                    <a:pt x="13512" y="14224"/>
                  </a:lnTo>
                  <a:lnTo>
                    <a:pt x="16522" y="11722"/>
                  </a:lnTo>
                  <a:lnTo>
                    <a:pt x="468490" y="11722"/>
                  </a:lnTo>
                  <a:lnTo>
                    <a:pt x="470738" y="14224"/>
                  </a:lnTo>
                  <a:lnTo>
                    <a:pt x="470738" y="388721"/>
                  </a:lnTo>
                  <a:lnTo>
                    <a:pt x="468490" y="391223"/>
                  </a:lnTo>
                  <a:lnTo>
                    <a:pt x="414426" y="391223"/>
                  </a:lnTo>
                  <a:lnTo>
                    <a:pt x="411429" y="394563"/>
                  </a:lnTo>
                  <a:lnTo>
                    <a:pt x="411429" y="403758"/>
                  </a:lnTo>
                  <a:lnTo>
                    <a:pt x="414426" y="407098"/>
                  </a:lnTo>
                  <a:lnTo>
                    <a:pt x="465480" y="407098"/>
                  </a:lnTo>
                  <a:lnTo>
                    <a:pt x="473278" y="405358"/>
                  </a:lnTo>
                  <a:lnTo>
                    <a:pt x="479463" y="400621"/>
                  </a:lnTo>
                  <a:lnTo>
                    <a:pt x="482650" y="395198"/>
                  </a:lnTo>
                  <a:lnTo>
                    <a:pt x="482650" y="11722"/>
                  </a:lnTo>
                  <a:lnTo>
                    <a:pt x="482650" y="7950"/>
                  </a:lnTo>
                  <a:close/>
                </a:path>
              </a:pathLst>
            </a:custGeom>
            <a:solidFill>
              <a:srgbClr val="34A7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338018" y="4527166"/>
              <a:ext cx="123117" cy="136254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5403595" y="3989705"/>
              <a:ext cx="814705" cy="888365"/>
            </a:xfrm>
            <a:custGeom>
              <a:avLst/>
              <a:gdLst/>
              <a:ahLst/>
              <a:cxnLst/>
              <a:rect l="l" t="t" r="r" b="b"/>
              <a:pathLst>
                <a:path w="814704" h="888364">
                  <a:moveTo>
                    <a:pt x="0" y="443992"/>
                  </a:moveTo>
                  <a:lnTo>
                    <a:pt x="2388" y="395609"/>
                  </a:lnTo>
                  <a:lnTo>
                    <a:pt x="9388" y="348737"/>
                  </a:lnTo>
                  <a:lnTo>
                    <a:pt x="20752" y="303645"/>
                  </a:lnTo>
                  <a:lnTo>
                    <a:pt x="36232" y="260606"/>
                  </a:lnTo>
                  <a:lnTo>
                    <a:pt x="55578" y="219888"/>
                  </a:lnTo>
                  <a:lnTo>
                    <a:pt x="78544" y="181764"/>
                  </a:lnTo>
                  <a:lnTo>
                    <a:pt x="104881" y="146503"/>
                  </a:lnTo>
                  <a:lnTo>
                    <a:pt x="134341" y="114377"/>
                  </a:lnTo>
                  <a:lnTo>
                    <a:pt x="166676" y="85656"/>
                  </a:lnTo>
                  <a:lnTo>
                    <a:pt x="201638" y="60611"/>
                  </a:lnTo>
                  <a:lnTo>
                    <a:pt x="238978" y="39513"/>
                  </a:lnTo>
                  <a:lnTo>
                    <a:pt x="278449" y="22632"/>
                  </a:lnTo>
                  <a:lnTo>
                    <a:pt x="319801" y="10239"/>
                  </a:lnTo>
                  <a:lnTo>
                    <a:pt x="362788" y="2604"/>
                  </a:lnTo>
                  <a:lnTo>
                    <a:pt x="407162" y="0"/>
                  </a:lnTo>
                  <a:lnTo>
                    <a:pt x="451511" y="2604"/>
                  </a:lnTo>
                  <a:lnTo>
                    <a:pt x="494477" y="10239"/>
                  </a:lnTo>
                  <a:lnTo>
                    <a:pt x="535813" y="22632"/>
                  </a:lnTo>
                  <a:lnTo>
                    <a:pt x="575268" y="39513"/>
                  </a:lnTo>
                  <a:lnTo>
                    <a:pt x="612596" y="60611"/>
                  </a:lnTo>
                  <a:lnTo>
                    <a:pt x="647547" y="85656"/>
                  </a:lnTo>
                  <a:lnTo>
                    <a:pt x="679874" y="114377"/>
                  </a:lnTo>
                  <a:lnTo>
                    <a:pt x="709327" y="146503"/>
                  </a:lnTo>
                  <a:lnTo>
                    <a:pt x="735660" y="181764"/>
                  </a:lnTo>
                  <a:lnTo>
                    <a:pt x="758622" y="219888"/>
                  </a:lnTo>
                  <a:lnTo>
                    <a:pt x="777967" y="260606"/>
                  </a:lnTo>
                  <a:lnTo>
                    <a:pt x="793445" y="303645"/>
                  </a:lnTo>
                  <a:lnTo>
                    <a:pt x="804808" y="348737"/>
                  </a:lnTo>
                  <a:lnTo>
                    <a:pt x="811808" y="395609"/>
                  </a:lnTo>
                  <a:lnTo>
                    <a:pt x="814196" y="443992"/>
                  </a:lnTo>
                  <a:lnTo>
                    <a:pt x="811808" y="492374"/>
                  </a:lnTo>
                  <a:lnTo>
                    <a:pt x="804808" y="539246"/>
                  </a:lnTo>
                  <a:lnTo>
                    <a:pt x="793445" y="584338"/>
                  </a:lnTo>
                  <a:lnTo>
                    <a:pt x="777967" y="627377"/>
                  </a:lnTo>
                  <a:lnTo>
                    <a:pt x="758622" y="668095"/>
                  </a:lnTo>
                  <a:lnTo>
                    <a:pt x="735660" y="706219"/>
                  </a:lnTo>
                  <a:lnTo>
                    <a:pt x="709327" y="741480"/>
                  </a:lnTo>
                  <a:lnTo>
                    <a:pt x="679874" y="773606"/>
                  </a:lnTo>
                  <a:lnTo>
                    <a:pt x="647547" y="802327"/>
                  </a:lnTo>
                  <a:lnTo>
                    <a:pt x="612596" y="827372"/>
                  </a:lnTo>
                  <a:lnTo>
                    <a:pt x="575268" y="848470"/>
                  </a:lnTo>
                  <a:lnTo>
                    <a:pt x="535813" y="865351"/>
                  </a:lnTo>
                  <a:lnTo>
                    <a:pt x="494477" y="877744"/>
                  </a:lnTo>
                  <a:lnTo>
                    <a:pt x="451511" y="885379"/>
                  </a:lnTo>
                  <a:lnTo>
                    <a:pt x="407162" y="887984"/>
                  </a:lnTo>
                  <a:lnTo>
                    <a:pt x="362788" y="885379"/>
                  </a:lnTo>
                  <a:lnTo>
                    <a:pt x="319801" y="877744"/>
                  </a:lnTo>
                  <a:lnTo>
                    <a:pt x="278449" y="865351"/>
                  </a:lnTo>
                  <a:lnTo>
                    <a:pt x="238978" y="848470"/>
                  </a:lnTo>
                  <a:lnTo>
                    <a:pt x="201638" y="827372"/>
                  </a:lnTo>
                  <a:lnTo>
                    <a:pt x="166676" y="802327"/>
                  </a:lnTo>
                  <a:lnTo>
                    <a:pt x="134341" y="773606"/>
                  </a:lnTo>
                  <a:lnTo>
                    <a:pt x="104881" y="741480"/>
                  </a:lnTo>
                  <a:lnTo>
                    <a:pt x="78544" y="706219"/>
                  </a:lnTo>
                  <a:lnTo>
                    <a:pt x="55578" y="668095"/>
                  </a:lnTo>
                  <a:lnTo>
                    <a:pt x="36232" y="627377"/>
                  </a:lnTo>
                  <a:lnTo>
                    <a:pt x="20752" y="584338"/>
                  </a:lnTo>
                  <a:lnTo>
                    <a:pt x="9388" y="539246"/>
                  </a:lnTo>
                  <a:lnTo>
                    <a:pt x="2388" y="492374"/>
                  </a:lnTo>
                  <a:lnTo>
                    <a:pt x="0" y="443992"/>
                  </a:lnTo>
                  <a:close/>
                </a:path>
              </a:pathLst>
            </a:custGeom>
            <a:ln w="25400">
              <a:solidFill>
                <a:srgbClr val="1780C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217793" y="4485386"/>
              <a:ext cx="286385" cy="0"/>
            </a:xfrm>
            <a:custGeom>
              <a:avLst/>
              <a:gdLst/>
              <a:ahLst/>
              <a:cxnLst/>
              <a:rect l="l" t="t" r="r" b="b"/>
              <a:pathLst>
                <a:path w="286384">
                  <a:moveTo>
                    <a:pt x="0" y="0"/>
                  </a:moveTo>
                  <a:lnTo>
                    <a:pt x="285877" y="0"/>
                  </a:lnTo>
                </a:path>
              </a:pathLst>
            </a:custGeom>
            <a:ln w="28575">
              <a:solidFill>
                <a:srgbClr val="1780C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571158" y="4300797"/>
              <a:ext cx="128224" cy="95637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437883" y="4429506"/>
              <a:ext cx="90550" cy="98679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5715088" y="4139323"/>
              <a:ext cx="308610" cy="292735"/>
            </a:xfrm>
            <a:custGeom>
              <a:avLst/>
              <a:gdLst/>
              <a:ahLst/>
              <a:cxnLst/>
              <a:rect l="l" t="t" r="r" b="b"/>
              <a:pathLst>
                <a:path w="308610" h="292735">
                  <a:moveTo>
                    <a:pt x="87693" y="104635"/>
                  </a:moveTo>
                  <a:lnTo>
                    <a:pt x="85509" y="93116"/>
                  </a:lnTo>
                  <a:lnTo>
                    <a:pt x="84810" y="92011"/>
                  </a:lnTo>
                  <a:lnTo>
                    <a:pt x="79527" y="83540"/>
                  </a:lnTo>
                  <a:lnTo>
                    <a:pt x="71983" y="77901"/>
                  </a:lnTo>
                  <a:lnTo>
                    <a:pt x="71983" y="97409"/>
                  </a:lnTo>
                  <a:lnTo>
                    <a:pt x="71983" y="111861"/>
                  </a:lnTo>
                  <a:lnTo>
                    <a:pt x="66192" y="118160"/>
                  </a:lnTo>
                  <a:lnTo>
                    <a:pt x="52946" y="118160"/>
                  </a:lnTo>
                  <a:lnTo>
                    <a:pt x="47980" y="111861"/>
                  </a:lnTo>
                  <a:lnTo>
                    <a:pt x="47980" y="97409"/>
                  </a:lnTo>
                  <a:lnTo>
                    <a:pt x="52946" y="92011"/>
                  </a:lnTo>
                  <a:lnTo>
                    <a:pt x="66192" y="92011"/>
                  </a:lnTo>
                  <a:lnTo>
                    <a:pt x="71983" y="97409"/>
                  </a:lnTo>
                  <a:lnTo>
                    <a:pt x="71983" y="77901"/>
                  </a:lnTo>
                  <a:lnTo>
                    <a:pt x="70586" y="76847"/>
                  </a:lnTo>
                  <a:lnTo>
                    <a:pt x="59563" y="73964"/>
                  </a:lnTo>
                  <a:lnTo>
                    <a:pt x="49022" y="76466"/>
                  </a:lnTo>
                  <a:lnTo>
                    <a:pt x="40335" y="83210"/>
                  </a:lnTo>
                  <a:lnTo>
                    <a:pt x="35026" y="92011"/>
                  </a:lnTo>
                  <a:lnTo>
                    <a:pt x="34404" y="93116"/>
                  </a:lnTo>
                  <a:lnTo>
                    <a:pt x="32258" y="104635"/>
                  </a:lnTo>
                  <a:lnTo>
                    <a:pt x="34429" y="116662"/>
                  </a:lnTo>
                  <a:lnTo>
                    <a:pt x="40335" y="126403"/>
                  </a:lnTo>
                  <a:lnTo>
                    <a:pt x="49022" y="132930"/>
                  </a:lnTo>
                  <a:lnTo>
                    <a:pt x="59563" y="135318"/>
                  </a:lnTo>
                  <a:lnTo>
                    <a:pt x="70586" y="132930"/>
                  </a:lnTo>
                  <a:lnTo>
                    <a:pt x="79527" y="126403"/>
                  </a:lnTo>
                  <a:lnTo>
                    <a:pt x="84582" y="118160"/>
                  </a:lnTo>
                  <a:lnTo>
                    <a:pt x="85509" y="116662"/>
                  </a:lnTo>
                  <a:lnTo>
                    <a:pt x="87693" y="104635"/>
                  </a:lnTo>
                  <a:close/>
                </a:path>
                <a:path w="308610" h="292735">
                  <a:moveTo>
                    <a:pt x="308394" y="0"/>
                  </a:moveTo>
                  <a:lnTo>
                    <a:pt x="295338" y="0"/>
                  </a:lnTo>
                  <a:lnTo>
                    <a:pt x="295338" y="13512"/>
                  </a:lnTo>
                  <a:lnTo>
                    <a:pt x="295338" y="62230"/>
                  </a:lnTo>
                  <a:lnTo>
                    <a:pt x="275475" y="76568"/>
                  </a:lnTo>
                  <a:lnTo>
                    <a:pt x="253149" y="82867"/>
                  </a:lnTo>
                  <a:lnTo>
                    <a:pt x="247345" y="82372"/>
                  </a:lnTo>
                  <a:lnTo>
                    <a:pt x="247345" y="100126"/>
                  </a:lnTo>
                  <a:lnTo>
                    <a:pt x="247345" y="197561"/>
                  </a:lnTo>
                  <a:lnTo>
                    <a:pt x="247345" y="218313"/>
                  </a:lnTo>
                  <a:lnTo>
                    <a:pt x="247345" y="227330"/>
                  </a:lnTo>
                  <a:lnTo>
                    <a:pt x="244043" y="230949"/>
                  </a:lnTo>
                  <a:lnTo>
                    <a:pt x="125742" y="230949"/>
                  </a:lnTo>
                  <a:lnTo>
                    <a:pt x="122440" y="232752"/>
                  </a:lnTo>
                  <a:lnTo>
                    <a:pt x="87693" y="264337"/>
                  </a:lnTo>
                  <a:lnTo>
                    <a:pt x="87693" y="234556"/>
                  </a:lnTo>
                  <a:lnTo>
                    <a:pt x="84391" y="230949"/>
                  </a:lnTo>
                  <a:lnTo>
                    <a:pt x="19850" y="230949"/>
                  </a:lnTo>
                  <a:lnTo>
                    <a:pt x="15722" y="227330"/>
                  </a:lnTo>
                  <a:lnTo>
                    <a:pt x="15722" y="210197"/>
                  </a:lnTo>
                  <a:lnTo>
                    <a:pt x="47548" y="189445"/>
                  </a:lnTo>
                  <a:lnTo>
                    <a:pt x="87693" y="163283"/>
                  </a:lnTo>
                  <a:lnTo>
                    <a:pt x="158000" y="213804"/>
                  </a:lnTo>
                  <a:lnTo>
                    <a:pt x="160489" y="213804"/>
                  </a:lnTo>
                  <a:lnTo>
                    <a:pt x="162966" y="212902"/>
                  </a:lnTo>
                  <a:lnTo>
                    <a:pt x="195440" y="194868"/>
                  </a:lnTo>
                  <a:lnTo>
                    <a:pt x="206819" y="188544"/>
                  </a:lnTo>
                  <a:lnTo>
                    <a:pt x="247345" y="218313"/>
                  </a:lnTo>
                  <a:lnTo>
                    <a:pt x="247345" y="197561"/>
                  </a:lnTo>
                  <a:lnTo>
                    <a:pt x="235089" y="188544"/>
                  </a:lnTo>
                  <a:lnTo>
                    <a:pt x="211785" y="171399"/>
                  </a:lnTo>
                  <a:lnTo>
                    <a:pt x="209296" y="169595"/>
                  </a:lnTo>
                  <a:lnTo>
                    <a:pt x="206819" y="169595"/>
                  </a:lnTo>
                  <a:lnTo>
                    <a:pt x="204343" y="171399"/>
                  </a:lnTo>
                  <a:lnTo>
                    <a:pt x="160489" y="194868"/>
                  </a:lnTo>
                  <a:lnTo>
                    <a:pt x="117322" y="163283"/>
                  </a:lnTo>
                  <a:lnTo>
                    <a:pt x="92659" y="145237"/>
                  </a:lnTo>
                  <a:lnTo>
                    <a:pt x="89344" y="143433"/>
                  </a:lnTo>
                  <a:lnTo>
                    <a:pt x="86042" y="143433"/>
                  </a:lnTo>
                  <a:lnTo>
                    <a:pt x="83566" y="145237"/>
                  </a:lnTo>
                  <a:lnTo>
                    <a:pt x="15722" y="189445"/>
                  </a:lnTo>
                  <a:lnTo>
                    <a:pt x="15722" y="61328"/>
                  </a:lnTo>
                  <a:lnTo>
                    <a:pt x="19850" y="56819"/>
                  </a:lnTo>
                  <a:lnTo>
                    <a:pt x="148082" y="56819"/>
                  </a:lnTo>
                  <a:lnTo>
                    <a:pt x="122440" y="85699"/>
                  </a:lnTo>
                  <a:lnTo>
                    <a:pt x="116395" y="95618"/>
                  </a:lnTo>
                  <a:lnTo>
                    <a:pt x="114376" y="106895"/>
                  </a:lnTo>
                  <a:lnTo>
                    <a:pt x="116395" y="118173"/>
                  </a:lnTo>
                  <a:lnTo>
                    <a:pt x="122440" y="128092"/>
                  </a:lnTo>
                  <a:lnTo>
                    <a:pt x="131533" y="134696"/>
                  </a:lnTo>
                  <a:lnTo>
                    <a:pt x="141871" y="136893"/>
                  </a:lnTo>
                  <a:lnTo>
                    <a:pt x="152222" y="134696"/>
                  </a:lnTo>
                  <a:lnTo>
                    <a:pt x="161315" y="128092"/>
                  </a:lnTo>
                  <a:lnTo>
                    <a:pt x="167932" y="120878"/>
                  </a:lnTo>
                  <a:lnTo>
                    <a:pt x="200202" y="85699"/>
                  </a:lnTo>
                  <a:lnTo>
                    <a:pt x="211175" y="92138"/>
                  </a:lnTo>
                  <a:lnTo>
                    <a:pt x="222846" y="96634"/>
                  </a:lnTo>
                  <a:lnTo>
                    <a:pt x="234975" y="99263"/>
                  </a:lnTo>
                  <a:lnTo>
                    <a:pt x="247345" y="100126"/>
                  </a:lnTo>
                  <a:lnTo>
                    <a:pt x="247345" y="82372"/>
                  </a:lnTo>
                  <a:lnTo>
                    <a:pt x="230187" y="80886"/>
                  </a:lnTo>
                  <a:lnTo>
                    <a:pt x="208470" y="70358"/>
                  </a:lnTo>
                  <a:lnTo>
                    <a:pt x="204343" y="66738"/>
                  </a:lnTo>
                  <a:lnTo>
                    <a:pt x="201028" y="64947"/>
                  </a:lnTo>
                  <a:lnTo>
                    <a:pt x="196888" y="64947"/>
                  </a:lnTo>
                  <a:lnTo>
                    <a:pt x="193586" y="68541"/>
                  </a:lnTo>
                  <a:lnTo>
                    <a:pt x="150558" y="116370"/>
                  </a:lnTo>
                  <a:lnTo>
                    <a:pt x="146418" y="120878"/>
                  </a:lnTo>
                  <a:lnTo>
                    <a:pt x="139801" y="120878"/>
                  </a:lnTo>
                  <a:lnTo>
                    <a:pt x="134848" y="117259"/>
                  </a:lnTo>
                  <a:lnTo>
                    <a:pt x="129882" y="112763"/>
                  </a:lnTo>
                  <a:lnTo>
                    <a:pt x="128231" y="104635"/>
                  </a:lnTo>
                  <a:lnTo>
                    <a:pt x="132334" y="99263"/>
                  </a:lnTo>
                  <a:lnTo>
                    <a:pt x="133184" y="98323"/>
                  </a:lnTo>
                  <a:lnTo>
                    <a:pt x="133184" y="97409"/>
                  </a:lnTo>
                  <a:lnTo>
                    <a:pt x="171183" y="56819"/>
                  </a:lnTo>
                  <a:lnTo>
                    <a:pt x="173723" y="54114"/>
                  </a:lnTo>
                  <a:lnTo>
                    <a:pt x="189445" y="36969"/>
                  </a:lnTo>
                  <a:lnTo>
                    <a:pt x="177863" y="24345"/>
                  </a:lnTo>
                  <a:lnTo>
                    <a:pt x="164617" y="39674"/>
                  </a:lnTo>
                  <a:lnTo>
                    <a:pt x="101752" y="39674"/>
                  </a:lnTo>
                  <a:lnTo>
                    <a:pt x="134010" y="13512"/>
                  </a:lnTo>
                  <a:lnTo>
                    <a:pt x="295338" y="13512"/>
                  </a:lnTo>
                  <a:lnTo>
                    <a:pt x="295338" y="0"/>
                  </a:lnTo>
                  <a:lnTo>
                    <a:pt x="118922" y="0"/>
                  </a:lnTo>
                  <a:lnTo>
                    <a:pt x="110642" y="3365"/>
                  </a:lnTo>
                  <a:lnTo>
                    <a:pt x="100977" y="10972"/>
                  </a:lnTo>
                  <a:lnTo>
                    <a:pt x="93484" y="21628"/>
                  </a:lnTo>
                  <a:lnTo>
                    <a:pt x="83566" y="39674"/>
                  </a:lnTo>
                  <a:lnTo>
                    <a:pt x="23990" y="39674"/>
                  </a:lnTo>
                  <a:lnTo>
                    <a:pt x="14655" y="41732"/>
                  </a:lnTo>
                  <a:lnTo>
                    <a:pt x="7035" y="47345"/>
                  </a:lnTo>
                  <a:lnTo>
                    <a:pt x="1892" y="55664"/>
                  </a:lnTo>
                  <a:lnTo>
                    <a:pt x="0" y="65849"/>
                  </a:lnTo>
                  <a:lnTo>
                    <a:pt x="0" y="222834"/>
                  </a:lnTo>
                  <a:lnTo>
                    <a:pt x="1892" y="232486"/>
                  </a:lnTo>
                  <a:lnTo>
                    <a:pt x="7035" y="240538"/>
                  </a:lnTo>
                  <a:lnTo>
                    <a:pt x="14655" y="246049"/>
                  </a:lnTo>
                  <a:lnTo>
                    <a:pt x="23990" y="248081"/>
                  </a:lnTo>
                  <a:lnTo>
                    <a:pt x="71983" y="248081"/>
                  </a:lnTo>
                  <a:lnTo>
                    <a:pt x="71983" y="287782"/>
                  </a:lnTo>
                  <a:lnTo>
                    <a:pt x="75285" y="292303"/>
                  </a:lnTo>
                  <a:lnTo>
                    <a:pt x="81902" y="292303"/>
                  </a:lnTo>
                  <a:lnTo>
                    <a:pt x="83566" y="291388"/>
                  </a:lnTo>
                  <a:lnTo>
                    <a:pt x="85217" y="289585"/>
                  </a:lnTo>
                  <a:lnTo>
                    <a:pt x="112903" y="264337"/>
                  </a:lnTo>
                  <a:lnTo>
                    <a:pt x="130708" y="248081"/>
                  </a:lnTo>
                  <a:lnTo>
                    <a:pt x="239903" y="248081"/>
                  </a:lnTo>
                  <a:lnTo>
                    <a:pt x="248754" y="246049"/>
                  </a:lnTo>
                  <a:lnTo>
                    <a:pt x="256146" y="240538"/>
                  </a:lnTo>
                  <a:lnTo>
                    <a:pt x="261200" y="232486"/>
                  </a:lnTo>
                  <a:lnTo>
                    <a:pt x="263067" y="222834"/>
                  </a:lnTo>
                  <a:lnTo>
                    <a:pt x="263067" y="197561"/>
                  </a:lnTo>
                  <a:lnTo>
                    <a:pt x="263067" y="99263"/>
                  </a:lnTo>
                  <a:lnTo>
                    <a:pt x="262928" y="99263"/>
                  </a:lnTo>
                  <a:lnTo>
                    <a:pt x="275424" y="95618"/>
                  </a:lnTo>
                  <a:lnTo>
                    <a:pt x="275551" y="95618"/>
                  </a:lnTo>
                  <a:lnTo>
                    <a:pt x="287578" y="89865"/>
                  </a:lnTo>
                  <a:lnTo>
                    <a:pt x="293535" y="85699"/>
                  </a:lnTo>
                  <a:lnTo>
                    <a:pt x="297573" y="82867"/>
                  </a:lnTo>
                  <a:lnTo>
                    <a:pt x="298323" y="82346"/>
                  </a:lnTo>
                  <a:lnTo>
                    <a:pt x="307746" y="73063"/>
                  </a:lnTo>
                  <a:lnTo>
                    <a:pt x="308394" y="72351"/>
                  </a:lnTo>
                  <a:lnTo>
                    <a:pt x="308394" y="13512"/>
                  </a:lnTo>
                  <a:lnTo>
                    <a:pt x="308394" y="0"/>
                  </a:lnTo>
                  <a:close/>
                </a:path>
              </a:pathLst>
            </a:custGeom>
            <a:solidFill>
              <a:srgbClr val="1780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801960" y="4413571"/>
              <a:ext cx="221522" cy="156986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5603418" y="4335983"/>
              <a:ext cx="96520" cy="51435"/>
            </a:xfrm>
            <a:custGeom>
              <a:avLst/>
              <a:gdLst/>
              <a:ahLst/>
              <a:cxnLst/>
              <a:rect l="l" t="t" r="r" b="b"/>
              <a:pathLst>
                <a:path w="96520" h="51435">
                  <a:moveTo>
                    <a:pt x="15709" y="12"/>
                  </a:moveTo>
                  <a:lnTo>
                    <a:pt x="0" y="0"/>
                  </a:lnTo>
                  <a:lnTo>
                    <a:pt x="0" y="17145"/>
                  </a:lnTo>
                  <a:lnTo>
                    <a:pt x="15709" y="17145"/>
                  </a:lnTo>
                  <a:lnTo>
                    <a:pt x="15709" y="12"/>
                  </a:lnTo>
                  <a:close/>
                </a:path>
                <a:path w="96520" h="51435">
                  <a:moveTo>
                    <a:pt x="47980" y="12"/>
                  </a:moveTo>
                  <a:lnTo>
                    <a:pt x="32258" y="12"/>
                  </a:lnTo>
                  <a:lnTo>
                    <a:pt x="32258" y="17145"/>
                  </a:lnTo>
                  <a:lnTo>
                    <a:pt x="47980" y="17145"/>
                  </a:lnTo>
                  <a:lnTo>
                    <a:pt x="47980" y="12"/>
                  </a:lnTo>
                  <a:close/>
                </a:path>
                <a:path w="96520" h="51435">
                  <a:moveTo>
                    <a:pt x="79413" y="12"/>
                  </a:moveTo>
                  <a:lnTo>
                    <a:pt x="63703" y="12"/>
                  </a:lnTo>
                  <a:lnTo>
                    <a:pt x="63703" y="17145"/>
                  </a:lnTo>
                  <a:lnTo>
                    <a:pt x="79413" y="17145"/>
                  </a:lnTo>
                  <a:lnTo>
                    <a:pt x="79413" y="12"/>
                  </a:lnTo>
                  <a:close/>
                </a:path>
                <a:path w="96520" h="51435">
                  <a:moveTo>
                    <a:pt x="95961" y="34290"/>
                  </a:moveTo>
                  <a:lnTo>
                    <a:pt x="0" y="34290"/>
                  </a:lnTo>
                  <a:lnTo>
                    <a:pt x="0" y="51422"/>
                  </a:lnTo>
                  <a:lnTo>
                    <a:pt x="95961" y="51422"/>
                  </a:lnTo>
                  <a:lnTo>
                    <a:pt x="95961" y="34290"/>
                  </a:lnTo>
                  <a:close/>
                </a:path>
              </a:pathLst>
            </a:custGeom>
            <a:solidFill>
              <a:srgbClr val="1780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547994" y="4413571"/>
              <a:ext cx="223355" cy="156986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5547994" y="4587699"/>
              <a:ext cx="414655" cy="69850"/>
            </a:xfrm>
            <a:custGeom>
              <a:avLst/>
              <a:gdLst/>
              <a:ahLst/>
              <a:cxnLst/>
              <a:rect l="l" t="t" r="r" b="b"/>
              <a:pathLst>
                <a:path w="414654" h="69850">
                  <a:moveTo>
                    <a:pt x="148073" y="0"/>
                  </a:moveTo>
                  <a:lnTo>
                    <a:pt x="3308" y="0"/>
                  </a:lnTo>
                  <a:lnTo>
                    <a:pt x="0" y="4510"/>
                  </a:lnTo>
                  <a:lnTo>
                    <a:pt x="0" y="35185"/>
                  </a:lnTo>
                  <a:lnTo>
                    <a:pt x="31435" y="69470"/>
                  </a:lnTo>
                  <a:lnTo>
                    <a:pt x="383012" y="69470"/>
                  </a:lnTo>
                  <a:lnTo>
                    <a:pt x="395254" y="66777"/>
                  </a:lnTo>
                  <a:lnTo>
                    <a:pt x="405246" y="59433"/>
                  </a:lnTo>
                  <a:lnTo>
                    <a:pt x="409636" y="52327"/>
                  </a:lnTo>
                  <a:lnTo>
                    <a:pt x="22335" y="52327"/>
                  </a:lnTo>
                  <a:lnTo>
                    <a:pt x="15717" y="45110"/>
                  </a:lnTo>
                  <a:lnTo>
                    <a:pt x="15717" y="18044"/>
                  </a:lnTo>
                  <a:lnTo>
                    <a:pt x="181172" y="18044"/>
                  </a:lnTo>
                  <a:lnTo>
                    <a:pt x="176206" y="15337"/>
                  </a:lnTo>
                  <a:lnTo>
                    <a:pt x="172892" y="11728"/>
                  </a:lnTo>
                  <a:lnTo>
                    <a:pt x="167503" y="6851"/>
                  </a:lnTo>
                  <a:lnTo>
                    <a:pt x="161416" y="3157"/>
                  </a:lnTo>
                  <a:lnTo>
                    <a:pt x="154862" y="817"/>
                  </a:lnTo>
                  <a:lnTo>
                    <a:pt x="148073" y="0"/>
                  </a:lnTo>
                  <a:close/>
                </a:path>
                <a:path w="414654" h="69850">
                  <a:moveTo>
                    <a:pt x="411145" y="0"/>
                  </a:moveTo>
                  <a:lnTo>
                    <a:pt x="266374" y="0"/>
                  </a:lnTo>
                  <a:lnTo>
                    <a:pt x="241556" y="11728"/>
                  </a:lnTo>
                  <a:lnTo>
                    <a:pt x="237415" y="15337"/>
                  </a:lnTo>
                  <a:lnTo>
                    <a:pt x="232461" y="18044"/>
                  </a:lnTo>
                  <a:lnTo>
                    <a:pt x="398735" y="18044"/>
                  </a:lnTo>
                  <a:lnTo>
                    <a:pt x="398735" y="45110"/>
                  </a:lnTo>
                  <a:lnTo>
                    <a:pt x="391292" y="52327"/>
                  </a:lnTo>
                  <a:lnTo>
                    <a:pt x="409636" y="52327"/>
                  </a:lnTo>
                  <a:lnTo>
                    <a:pt x="411979" y="48535"/>
                  </a:lnTo>
                  <a:lnTo>
                    <a:pt x="414448" y="35185"/>
                  </a:lnTo>
                  <a:lnTo>
                    <a:pt x="414448" y="4510"/>
                  </a:lnTo>
                  <a:lnTo>
                    <a:pt x="411145" y="0"/>
                  </a:lnTo>
                  <a:close/>
                </a:path>
                <a:path w="414654" h="69850">
                  <a:moveTo>
                    <a:pt x="261408" y="18044"/>
                  </a:moveTo>
                  <a:lnTo>
                    <a:pt x="153039" y="18044"/>
                  </a:lnTo>
                  <a:lnTo>
                    <a:pt x="158005" y="19848"/>
                  </a:lnTo>
                  <a:lnTo>
                    <a:pt x="161308" y="23456"/>
                  </a:lnTo>
                  <a:lnTo>
                    <a:pt x="227495" y="35185"/>
                  </a:lnTo>
                  <a:lnTo>
                    <a:pt x="234627" y="34367"/>
                  </a:lnTo>
                  <a:lnTo>
                    <a:pt x="241143" y="32028"/>
                  </a:lnTo>
                  <a:lnTo>
                    <a:pt x="247039" y="28334"/>
                  </a:lnTo>
                  <a:lnTo>
                    <a:pt x="252313" y="23456"/>
                  </a:lnTo>
                  <a:lnTo>
                    <a:pt x="256442" y="19848"/>
                  </a:lnTo>
                  <a:lnTo>
                    <a:pt x="261408" y="18044"/>
                  </a:lnTo>
                  <a:close/>
                </a:path>
              </a:pathLst>
            </a:custGeom>
            <a:solidFill>
              <a:srgbClr val="1780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6637781" y="4009390"/>
            <a:ext cx="2113915" cy="24339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875" marR="252729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3B3B3B"/>
                </a:solidFill>
                <a:latin typeface="Source Sans 3"/>
                <a:cs typeface="Source Sans 3"/>
              </a:rPr>
              <a:t>Acquire</a:t>
            </a:r>
            <a:r>
              <a:rPr sz="1600" spc="-30" dirty="0">
                <a:solidFill>
                  <a:srgbClr val="3B3B3B"/>
                </a:solidFill>
                <a:latin typeface="Source Sans 3"/>
                <a:cs typeface="Source Sans 3"/>
              </a:rPr>
              <a:t> </a:t>
            </a:r>
            <a:r>
              <a:rPr sz="1600" dirty="0">
                <a:solidFill>
                  <a:srgbClr val="3B3B3B"/>
                </a:solidFill>
                <a:latin typeface="Source Sans 3"/>
                <a:cs typeface="Source Sans 3"/>
              </a:rPr>
              <a:t>Cutting</a:t>
            </a:r>
            <a:r>
              <a:rPr sz="1600" spc="-10" dirty="0">
                <a:solidFill>
                  <a:srgbClr val="3B3B3B"/>
                </a:solidFill>
                <a:latin typeface="Source Sans 3"/>
                <a:cs typeface="Source Sans 3"/>
              </a:rPr>
              <a:t> </a:t>
            </a:r>
            <a:r>
              <a:rPr sz="1600" spc="-20" dirty="0">
                <a:solidFill>
                  <a:srgbClr val="3B3B3B"/>
                </a:solidFill>
                <a:latin typeface="Source Sans 3"/>
                <a:cs typeface="Source Sans 3"/>
              </a:rPr>
              <a:t>Edge </a:t>
            </a:r>
            <a:r>
              <a:rPr sz="1600" dirty="0">
                <a:solidFill>
                  <a:srgbClr val="3B3B3B"/>
                </a:solidFill>
                <a:latin typeface="Source Sans 3"/>
                <a:cs typeface="Source Sans 3"/>
              </a:rPr>
              <a:t>Skills</a:t>
            </a:r>
            <a:r>
              <a:rPr sz="1600" spc="-35" dirty="0">
                <a:solidFill>
                  <a:srgbClr val="3B3B3B"/>
                </a:solidFill>
                <a:latin typeface="Source Sans 3"/>
                <a:cs typeface="Source Sans 3"/>
              </a:rPr>
              <a:t> </a:t>
            </a:r>
            <a:r>
              <a:rPr sz="1600" spc="-20" dirty="0">
                <a:solidFill>
                  <a:srgbClr val="3B3B3B"/>
                </a:solidFill>
                <a:latin typeface="Source Sans 3"/>
                <a:cs typeface="Source Sans 3"/>
              </a:rPr>
              <a:t>with </a:t>
            </a:r>
            <a:r>
              <a:rPr sz="1600" u="sng" dirty="0">
                <a:solidFill>
                  <a:srgbClr val="1780C3"/>
                </a:solidFill>
                <a:uFill>
                  <a:solidFill>
                    <a:srgbClr val="1780C3"/>
                  </a:solidFill>
                </a:uFill>
                <a:latin typeface="Source Sans 3"/>
                <a:cs typeface="Source Sans 3"/>
                <a:hlinkClick r:id="rId15"/>
              </a:rPr>
              <a:t>Foundational</a:t>
            </a:r>
            <a:r>
              <a:rPr sz="1600" u="none" dirty="0">
                <a:solidFill>
                  <a:srgbClr val="1780C3"/>
                </a:solidFill>
                <a:latin typeface="Source Sans 3"/>
                <a:cs typeface="Source Sans 3"/>
              </a:rPr>
              <a:t>,</a:t>
            </a:r>
            <a:r>
              <a:rPr sz="1600" u="none" spc="-40" dirty="0">
                <a:solidFill>
                  <a:srgbClr val="1780C3"/>
                </a:solidFill>
                <a:latin typeface="Source Sans 3"/>
                <a:cs typeface="Source Sans 3"/>
              </a:rPr>
              <a:t> </a:t>
            </a:r>
            <a:r>
              <a:rPr sz="1600" u="none" dirty="0">
                <a:solidFill>
                  <a:srgbClr val="3B3B3B"/>
                </a:solidFill>
                <a:latin typeface="Source Sans 3"/>
                <a:cs typeface="Source Sans 3"/>
              </a:rPr>
              <a:t>&amp;</a:t>
            </a:r>
            <a:r>
              <a:rPr sz="1600" u="none" spc="-35" dirty="0">
                <a:solidFill>
                  <a:srgbClr val="3B3B3B"/>
                </a:solidFill>
                <a:latin typeface="Source Sans 3"/>
                <a:cs typeface="Source Sans 3"/>
              </a:rPr>
              <a:t> </a:t>
            </a:r>
            <a:r>
              <a:rPr sz="1600" u="sng" spc="-20" dirty="0">
                <a:solidFill>
                  <a:srgbClr val="1780C3"/>
                </a:solidFill>
                <a:uFill>
                  <a:solidFill>
                    <a:srgbClr val="1780C3"/>
                  </a:solidFill>
                </a:uFill>
                <a:latin typeface="Source Sans 3"/>
                <a:cs typeface="Source Sans 3"/>
                <a:hlinkClick r:id="rId16"/>
              </a:rPr>
              <a:t>Deep</a:t>
            </a:r>
            <a:r>
              <a:rPr sz="1600" u="none" spc="-20" dirty="0">
                <a:solidFill>
                  <a:srgbClr val="1780C3"/>
                </a:solidFill>
                <a:latin typeface="Source Sans 3"/>
                <a:cs typeface="Source Sans 3"/>
              </a:rPr>
              <a:t> </a:t>
            </a:r>
            <a:r>
              <a:rPr sz="1600" u="sng" dirty="0">
                <a:solidFill>
                  <a:srgbClr val="1780C3"/>
                </a:solidFill>
                <a:uFill>
                  <a:solidFill>
                    <a:srgbClr val="1780C3"/>
                  </a:solidFill>
                </a:uFill>
                <a:latin typeface="Source Sans 3"/>
                <a:cs typeface="Source Sans 3"/>
                <a:hlinkClick r:id="rId16"/>
              </a:rPr>
              <a:t>Skilling</a:t>
            </a:r>
            <a:r>
              <a:rPr sz="1600" u="none" spc="-35" dirty="0">
                <a:solidFill>
                  <a:srgbClr val="1780C3"/>
                </a:solidFill>
                <a:latin typeface="Source Sans 3"/>
                <a:cs typeface="Source Sans 3"/>
              </a:rPr>
              <a:t> </a:t>
            </a:r>
            <a:r>
              <a:rPr sz="1600" u="none" spc="-10" dirty="0">
                <a:solidFill>
                  <a:srgbClr val="24356F"/>
                </a:solidFill>
                <a:latin typeface="Source Sans 3"/>
                <a:cs typeface="Source Sans 3"/>
              </a:rPr>
              <a:t>Learning Content</a:t>
            </a:r>
            <a:endParaRPr sz="1600">
              <a:latin typeface="Source Sans 3"/>
              <a:cs typeface="Source Sans 3"/>
            </a:endParaRPr>
          </a:p>
          <a:p>
            <a:pPr marL="12700" marR="5080">
              <a:lnSpc>
                <a:spcPct val="100000"/>
              </a:lnSpc>
              <a:spcBef>
                <a:spcPts val="1685"/>
              </a:spcBef>
            </a:pPr>
            <a:r>
              <a:rPr sz="1600" dirty="0">
                <a:solidFill>
                  <a:srgbClr val="3B3B3B"/>
                </a:solidFill>
                <a:latin typeface="Source Sans 3"/>
                <a:cs typeface="Source Sans 3"/>
              </a:rPr>
              <a:t>Open</a:t>
            </a:r>
            <a:r>
              <a:rPr sz="1600" spc="-15" dirty="0">
                <a:solidFill>
                  <a:srgbClr val="3B3B3B"/>
                </a:solidFill>
                <a:latin typeface="Source Sans 3"/>
                <a:cs typeface="Source Sans 3"/>
              </a:rPr>
              <a:t> </a:t>
            </a:r>
            <a:r>
              <a:rPr sz="1600" dirty="0">
                <a:solidFill>
                  <a:srgbClr val="3B3B3B"/>
                </a:solidFill>
                <a:latin typeface="Source Sans 3"/>
                <a:cs typeface="Source Sans 3"/>
              </a:rPr>
              <a:t>the</a:t>
            </a:r>
            <a:r>
              <a:rPr sz="1600" spc="-5" dirty="0">
                <a:solidFill>
                  <a:srgbClr val="3B3B3B"/>
                </a:solidFill>
                <a:latin typeface="Source Sans 3"/>
                <a:cs typeface="Source Sans 3"/>
              </a:rPr>
              <a:t> </a:t>
            </a:r>
            <a:r>
              <a:rPr sz="1600" dirty="0">
                <a:solidFill>
                  <a:srgbClr val="3B3B3B"/>
                </a:solidFill>
                <a:latin typeface="Source Sans 3"/>
                <a:cs typeface="Source Sans 3"/>
              </a:rPr>
              <a:t>door</a:t>
            </a:r>
            <a:r>
              <a:rPr sz="1600" spc="-30" dirty="0">
                <a:solidFill>
                  <a:srgbClr val="3B3B3B"/>
                </a:solidFill>
                <a:latin typeface="Source Sans 3"/>
                <a:cs typeface="Source Sans 3"/>
              </a:rPr>
              <a:t> </a:t>
            </a:r>
            <a:r>
              <a:rPr sz="1600" dirty="0">
                <a:solidFill>
                  <a:srgbClr val="3B3B3B"/>
                </a:solidFill>
                <a:latin typeface="Source Sans 3"/>
                <a:cs typeface="Source Sans 3"/>
              </a:rPr>
              <a:t>to</a:t>
            </a:r>
            <a:r>
              <a:rPr sz="1600" spc="-20" dirty="0">
                <a:solidFill>
                  <a:srgbClr val="3B3B3B"/>
                </a:solidFill>
                <a:latin typeface="Source Sans 3"/>
                <a:cs typeface="Source Sans 3"/>
              </a:rPr>
              <a:t> </a:t>
            </a:r>
            <a:r>
              <a:rPr sz="1600" spc="-25" dirty="0">
                <a:solidFill>
                  <a:srgbClr val="3B3B3B"/>
                </a:solidFill>
                <a:latin typeface="Source Sans 3"/>
                <a:cs typeface="Source Sans 3"/>
              </a:rPr>
              <a:t>new </a:t>
            </a:r>
            <a:r>
              <a:rPr sz="1600" dirty="0">
                <a:solidFill>
                  <a:srgbClr val="3B3B3B"/>
                </a:solidFill>
                <a:latin typeface="Source Sans 3"/>
                <a:cs typeface="Source Sans 3"/>
              </a:rPr>
              <a:t>career</a:t>
            </a:r>
            <a:r>
              <a:rPr sz="1600" spc="-10" dirty="0">
                <a:solidFill>
                  <a:srgbClr val="3B3B3B"/>
                </a:solidFill>
                <a:latin typeface="Source Sans 3"/>
                <a:cs typeface="Source Sans 3"/>
              </a:rPr>
              <a:t> opportunities </a:t>
            </a:r>
            <a:r>
              <a:rPr sz="1600" dirty="0">
                <a:solidFill>
                  <a:srgbClr val="3B3B3B"/>
                </a:solidFill>
                <a:latin typeface="Source Sans 3"/>
                <a:cs typeface="Source Sans 3"/>
              </a:rPr>
              <a:t>with</a:t>
            </a:r>
            <a:r>
              <a:rPr sz="1600" spc="-10" dirty="0">
                <a:solidFill>
                  <a:srgbClr val="3B3B3B"/>
                </a:solidFill>
                <a:latin typeface="Source Sans 3"/>
                <a:cs typeface="Source Sans 3"/>
              </a:rPr>
              <a:t> </a:t>
            </a:r>
            <a:r>
              <a:rPr sz="1600" u="sng" dirty="0">
                <a:solidFill>
                  <a:srgbClr val="34A752"/>
                </a:solidFill>
                <a:uFill>
                  <a:solidFill>
                    <a:srgbClr val="34A752"/>
                  </a:solidFill>
                </a:uFill>
                <a:latin typeface="Source Sans 3"/>
                <a:cs typeface="Source Sans 3"/>
                <a:hlinkClick r:id="rId5"/>
              </a:rPr>
              <a:t>PRIME</a:t>
            </a:r>
            <a:r>
              <a:rPr sz="1600" u="sng" spc="-15" dirty="0">
                <a:solidFill>
                  <a:srgbClr val="34A752"/>
                </a:solidFill>
                <a:uFill>
                  <a:solidFill>
                    <a:srgbClr val="34A752"/>
                  </a:solidFill>
                </a:uFill>
                <a:latin typeface="Source Sans 3"/>
                <a:cs typeface="Source Sans 3"/>
                <a:hlinkClick r:id="rId5"/>
              </a:rPr>
              <a:t> </a:t>
            </a:r>
            <a:r>
              <a:rPr sz="1600" u="sng" dirty="0">
                <a:solidFill>
                  <a:srgbClr val="34A752"/>
                </a:solidFill>
                <a:uFill>
                  <a:solidFill>
                    <a:srgbClr val="34A752"/>
                  </a:solidFill>
                </a:uFill>
                <a:latin typeface="Source Sans 3"/>
                <a:cs typeface="Source Sans 3"/>
                <a:hlinkClick r:id="rId5"/>
              </a:rPr>
              <a:t>Careers</a:t>
            </a:r>
            <a:r>
              <a:rPr sz="1600" u="sng" spc="-20" dirty="0">
                <a:solidFill>
                  <a:srgbClr val="34A752"/>
                </a:solidFill>
                <a:uFill>
                  <a:solidFill>
                    <a:srgbClr val="34A752"/>
                  </a:solidFill>
                </a:uFill>
                <a:latin typeface="Source Sans 3"/>
                <a:cs typeface="Source Sans 3"/>
                <a:hlinkClick r:id="rId5"/>
              </a:rPr>
              <a:t> </a:t>
            </a:r>
            <a:r>
              <a:rPr sz="1600" u="sng" spc="-10" dirty="0">
                <a:solidFill>
                  <a:srgbClr val="34A752"/>
                </a:solidFill>
                <a:uFill>
                  <a:solidFill>
                    <a:srgbClr val="34A752"/>
                  </a:solidFill>
                </a:uFill>
                <a:latin typeface="Source Sans 3"/>
                <a:cs typeface="Source Sans 3"/>
                <a:hlinkClick r:id="rId5"/>
              </a:rPr>
              <a:t>Fairs</a:t>
            </a:r>
            <a:r>
              <a:rPr sz="1600" u="none" spc="-10" dirty="0">
                <a:solidFill>
                  <a:srgbClr val="34A752"/>
                </a:solidFill>
                <a:latin typeface="Source Sans 3"/>
                <a:cs typeface="Source Sans 3"/>
              </a:rPr>
              <a:t> </a:t>
            </a:r>
            <a:r>
              <a:rPr sz="1600" u="sng" dirty="0">
                <a:solidFill>
                  <a:srgbClr val="3B3B3B"/>
                </a:solidFill>
                <a:uFill>
                  <a:solidFill>
                    <a:srgbClr val="3B3B3B"/>
                  </a:solidFill>
                </a:uFill>
                <a:latin typeface="Source Sans 3"/>
                <a:cs typeface="Source Sans 3"/>
                <a:hlinkClick r:id="rId5"/>
              </a:rPr>
              <a:t>and</a:t>
            </a:r>
            <a:r>
              <a:rPr sz="1600" u="sng" spc="-25" dirty="0">
                <a:solidFill>
                  <a:srgbClr val="3B3B3B"/>
                </a:solidFill>
                <a:uFill>
                  <a:solidFill>
                    <a:srgbClr val="F94238"/>
                  </a:solidFill>
                </a:uFill>
                <a:latin typeface="Source Sans 3"/>
                <a:cs typeface="Source Sans 3"/>
              </a:rPr>
              <a:t> </a:t>
            </a:r>
            <a:r>
              <a:rPr sz="1600" u="sng" dirty="0">
                <a:solidFill>
                  <a:srgbClr val="34A752"/>
                </a:solidFill>
                <a:uFill>
                  <a:solidFill>
                    <a:srgbClr val="34A752"/>
                  </a:solidFill>
                </a:uFill>
                <a:latin typeface="Source Sans 3"/>
                <a:cs typeface="Source Sans 3"/>
                <a:hlinkClick r:id="rId5"/>
              </a:rPr>
              <a:t>Recruitment</a:t>
            </a:r>
            <a:r>
              <a:rPr sz="1600" u="sng" spc="-60" dirty="0">
                <a:solidFill>
                  <a:srgbClr val="34A752"/>
                </a:solidFill>
                <a:uFill>
                  <a:solidFill>
                    <a:srgbClr val="34A752"/>
                  </a:solidFill>
                </a:uFill>
                <a:latin typeface="Source Sans 3"/>
                <a:cs typeface="Source Sans 3"/>
                <a:hlinkClick r:id="rId5"/>
              </a:rPr>
              <a:t> </a:t>
            </a:r>
            <a:r>
              <a:rPr sz="1600" u="sng" spc="-10" dirty="0">
                <a:solidFill>
                  <a:srgbClr val="34A752"/>
                </a:solidFill>
                <a:uFill>
                  <a:solidFill>
                    <a:srgbClr val="34A752"/>
                  </a:solidFill>
                </a:uFill>
                <a:latin typeface="Source Sans 3"/>
                <a:cs typeface="Source Sans 3"/>
                <a:hlinkClick r:id="rId5"/>
              </a:rPr>
              <a:t>Drives</a:t>
            </a:r>
            <a:endParaRPr sz="1600">
              <a:latin typeface="Source Sans 3"/>
              <a:cs typeface="Source Sans 3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95530" y="3197959"/>
            <a:ext cx="11950700" cy="3347085"/>
            <a:chOff x="95530" y="3197959"/>
            <a:chExt cx="11950700" cy="3347085"/>
          </a:xfrm>
        </p:grpSpPr>
        <p:sp>
          <p:nvSpPr>
            <p:cNvPr id="34" name="object 34"/>
            <p:cNvSpPr/>
            <p:nvPr/>
          </p:nvSpPr>
          <p:spPr>
            <a:xfrm>
              <a:off x="5459729" y="5330190"/>
              <a:ext cx="797560" cy="805815"/>
            </a:xfrm>
            <a:custGeom>
              <a:avLst/>
              <a:gdLst/>
              <a:ahLst/>
              <a:cxnLst/>
              <a:rect l="l" t="t" r="r" b="b"/>
              <a:pathLst>
                <a:path w="797560" h="805814">
                  <a:moveTo>
                    <a:pt x="0" y="402640"/>
                  </a:moveTo>
                  <a:lnTo>
                    <a:pt x="2681" y="355674"/>
                  </a:lnTo>
                  <a:lnTo>
                    <a:pt x="10525" y="310301"/>
                  </a:lnTo>
                  <a:lnTo>
                    <a:pt x="23234" y="266824"/>
                  </a:lnTo>
                  <a:lnTo>
                    <a:pt x="40508" y="225545"/>
                  </a:lnTo>
                  <a:lnTo>
                    <a:pt x="62047" y="186765"/>
                  </a:lnTo>
                  <a:lnTo>
                    <a:pt x="87554" y="150786"/>
                  </a:lnTo>
                  <a:lnTo>
                    <a:pt x="116728" y="117909"/>
                  </a:lnTo>
                  <a:lnTo>
                    <a:pt x="149272" y="88438"/>
                  </a:lnTo>
                  <a:lnTo>
                    <a:pt x="184884" y="62672"/>
                  </a:lnTo>
                  <a:lnTo>
                    <a:pt x="223268" y="40915"/>
                  </a:lnTo>
                  <a:lnTo>
                    <a:pt x="264123" y="23467"/>
                  </a:lnTo>
                  <a:lnTo>
                    <a:pt x="307150" y="10631"/>
                  </a:lnTo>
                  <a:lnTo>
                    <a:pt x="352051" y="2708"/>
                  </a:lnTo>
                  <a:lnTo>
                    <a:pt x="398525" y="0"/>
                  </a:lnTo>
                  <a:lnTo>
                    <a:pt x="445000" y="2708"/>
                  </a:lnTo>
                  <a:lnTo>
                    <a:pt x="489901" y="10631"/>
                  </a:lnTo>
                  <a:lnTo>
                    <a:pt x="532928" y="23467"/>
                  </a:lnTo>
                  <a:lnTo>
                    <a:pt x="573783" y="40915"/>
                  </a:lnTo>
                  <a:lnTo>
                    <a:pt x="612167" y="62672"/>
                  </a:lnTo>
                  <a:lnTo>
                    <a:pt x="647779" y="88438"/>
                  </a:lnTo>
                  <a:lnTo>
                    <a:pt x="680323" y="117909"/>
                  </a:lnTo>
                  <a:lnTo>
                    <a:pt x="709497" y="150786"/>
                  </a:lnTo>
                  <a:lnTo>
                    <a:pt x="735004" y="186765"/>
                  </a:lnTo>
                  <a:lnTo>
                    <a:pt x="756543" y="225545"/>
                  </a:lnTo>
                  <a:lnTo>
                    <a:pt x="773817" y="266824"/>
                  </a:lnTo>
                  <a:lnTo>
                    <a:pt x="786526" y="310301"/>
                  </a:lnTo>
                  <a:lnTo>
                    <a:pt x="794370" y="355674"/>
                  </a:lnTo>
                  <a:lnTo>
                    <a:pt x="797052" y="402640"/>
                  </a:lnTo>
                  <a:lnTo>
                    <a:pt x="794370" y="449595"/>
                  </a:lnTo>
                  <a:lnTo>
                    <a:pt x="786526" y="494958"/>
                  </a:lnTo>
                  <a:lnTo>
                    <a:pt x="773817" y="538428"/>
                  </a:lnTo>
                  <a:lnTo>
                    <a:pt x="756543" y="579703"/>
                  </a:lnTo>
                  <a:lnTo>
                    <a:pt x="735004" y="618480"/>
                  </a:lnTo>
                  <a:lnTo>
                    <a:pt x="709497" y="654458"/>
                  </a:lnTo>
                  <a:lnTo>
                    <a:pt x="680323" y="687335"/>
                  </a:lnTo>
                  <a:lnTo>
                    <a:pt x="647779" y="716807"/>
                  </a:lnTo>
                  <a:lnTo>
                    <a:pt x="612167" y="742575"/>
                  </a:lnTo>
                  <a:lnTo>
                    <a:pt x="573783" y="764334"/>
                  </a:lnTo>
                  <a:lnTo>
                    <a:pt x="532928" y="781784"/>
                  </a:lnTo>
                  <a:lnTo>
                    <a:pt x="489901" y="794623"/>
                  </a:lnTo>
                  <a:lnTo>
                    <a:pt x="445000" y="802547"/>
                  </a:lnTo>
                  <a:lnTo>
                    <a:pt x="398525" y="805256"/>
                  </a:lnTo>
                  <a:lnTo>
                    <a:pt x="352051" y="802547"/>
                  </a:lnTo>
                  <a:lnTo>
                    <a:pt x="307150" y="794623"/>
                  </a:lnTo>
                  <a:lnTo>
                    <a:pt x="264123" y="781784"/>
                  </a:lnTo>
                  <a:lnTo>
                    <a:pt x="223268" y="764334"/>
                  </a:lnTo>
                  <a:lnTo>
                    <a:pt x="184884" y="742575"/>
                  </a:lnTo>
                  <a:lnTo>
                    <a:pt x="149272" y="716807"/>
                  </a:lnTo>
                  <a:lnTo>
                    <a:pt x="116728" y="687335"/>
                  </a:lnTo>
                  <a:lnTo>
                    <a:pt x="87554" y="654458"/>
                  </a:lnTo>
                  <a:lnTo>
                    <a:pt x="62047" y="618480"/>
                  </a:lnTo>
                  <a:lnTo>
                    <a:pt x="40508" y="579703"/>
                  </a:lnTo>
                  <a:lnTo>
                    <a:pt x="23234" y="538428"/>
                  </a:lnTo>
                  <a:lnTo>
                    <a:pt x="10525" y="494958"/>
                  </a:lnTo>
                  <a:lnTo>
                    <a:pt x="2681" y="449595"/>
                  </a:lnTo>
                  <a:lnTo>
                    <a:pt x="0" y="402640"/>
                  </a:lnTo>
                  <a:close/>
                </a:path>
              </a:pathLst>
            </a:custGeom>
            <a:ln w="25400">
              <a:solidFill>
                <a:srgbClr val="34A75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256782" y="5751982"/>
              <a:ext cx="280035" cy="0"/>
            </a:xfrm>
            <a:custGeom>
              <a:avLst/>
              <a:gdLst/>
              <a:ahLst/>
              <a:cxnLst/>
              <a:rect l="l" t="t" r="r" b="b"/>
              <a:pathLst>
                <a:path w="280034">
                  <a:moveTo>
                    <a:pt x="0" y="0"/>
                  </a:moveTo>
                  <a:lnTo>
                    <a:pt x="279908" y="0"/>
                  </a:lnTo>
                </a:path>
              </a:pathLst>
            </a:custGeom>
            <a:ln w="28575">
              <a:solidFill>
                <a:srgbClr val="34A75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472301" y="5707240"/>
              <a:ext cx="88519" cy="89471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5625198" y="5503113"/>
              <a:ext cx="483234" cy="498475"/>
            </a:xfrm>
            <a:custGeom>
              <a:avLst/>
              <a:gdLst/>
              <a:ahLst/>
              <a:cxnLst/>
              <a:rect l="l" t="t" r="r" b="b"/>
              <a:pathLst>
                <a:path w="483235" h="498475">
                  <a:moveTo>
                    <a:pt x="392658" y="157962"/>
                  </a:moveTo>
                  <a:lnTo>
                    <a:pt x="389648" y="154876"/>
                  </a:lnTo>
                  <a:lnTo>
                    <a:pt x="385902" y="154876"/>
                  </a:lnTo>
                  <a:lnTo>
                    <a:pt x="94602" y="154876"/>
                  </a:lnTo>
                  <a:lnTo>
                    <a:pt x="91605" y="157962"/>
                  </a:lnTo>
                  <a:lnTo>
                    <a:pt x="91605" y="165722"/>
                  </a:lnTo>
                  <a:lnTo>
                    <a:pt x="94602" y="169583"/>
                  </a:lnTo>
                  <a:lnTo>
                    <a:pt x="389648" y="169583"/>
                  </a:lnTo>
                  <a:lnTo>
                    <a:pt x="392658" y="165722"/>
                  </a:lnTo>
                  <a:lnTo>
                    <a:pt x="392658" y="157962"/>
                  </a:lnTo>
                  <a:close/>
                </a:path>
                <a:path w="483235" h="498475">
                  <a:moveTo>
                    <a:pt x="392658" y="121577"/>
                  </a:moveTo>
                  <a:lnTo>
                    <a:pt x="389648" y="118478"/>
                  </a:lnTo>
                  <a:lnTo>
                    <a:pt x="385902" y="118478"/>
                  </a:lnTo>
                  <a:lnTo>
                    <a:pt x="94602" y="118478"/>
                  </a:lnTo>
                  <a:lnTo>
                    <a:pt x="91605" y="121577"/>
                  </a:lnTo>
                  <a:lnTo>
                    <a:pt x="91605" y="129324"/>
                  </a:lnTo>
                  <a:lnTo>
                    <a:pt x="94602" y="133197"/>
                  </a:lnTo>
                  <a:lnTo>
                    <a:pt x="389648" y="133197"/>
                  </a:lnTo>
                  <a:lnTo>
                    <a:pt x="392658" y="129324"/>
                  </a:lnTo>
                  <a:lnTo>
                    <a:pt x="392658" y="121577"/>
                  </a:lnTo>
                  <a:close/>
                </a:path>
                <a:path w="483235" h="498475">
                  <a:moveTo>
                    <a:pt x="392658" y="85178"/>
                  </a:moveTo>
                  <a:lnTo>
                    <a:pt x="389648" y="82092"/>
                  </a:lnTo>
                  <a:lnTo>
                    <a:pt x="385902" y="82092"/>
                  </a:lnTo>
                  <a:lnTo>
                    <a:pt x="94602" y="82092"/>
                  </a:lnTo>
                  <a:lnTo>
                    <a:pt x="91605" y="85178"/>
                  </a:lnTo>
                  <a:lnTo>
                    <a:pt x="91605" y="92938"/>
                  </a:lnTo>
                  <a:lnTo>
                    <a:pt x="94602" y="96812"/>
                  </a:lnTo>
                  <a:lnTo>
                    <a:pt x="389648" y="96812"/>
                  </a:lnTo>
                  <a:lnTo>
                    <a:pt x="392658" y="92938"/>
                  </a:lnTo>
                  <a:lnTo>
                    <a:pt x="392658" y="85178"/>
                  </a:lnTo>
                  <a:close/>
                </a:path>
                <a:path w="483235" h="498475">
                  <a:moveTo>
                    <a:pt x="450469" y="85140"/>
                  </a:moveTo>
                  <a:lnTo>
                    <a:pt x="446709" y="80060"/>
                  </a:lnTo>
                  <a:lnTo>
                    <a:pt x="441464" y="77520"/>
                  </a:lnTo>
                  <a:lnTo>
                    <a:pt x="436206" y="74752"/>
                  </a:lnTo>
                  <a:lnTo>
                    <a:pt x="436206" y="91490"/>
                  </a:lnTo>
                  <a:lnTo>
                    <a:pt x="436206" y="283260"/>
                  </a:lnTo>
                  <a:lnTo>
                    <a:pt x="426961" y="288340"/>
                  </a:lnTo>
                  <a:lnTo>
                    <a:pt x="415747" y="295960"/>
                  </a:lnTo>
                  <a:lnTo>
                    <a:pt x="405371" y="308660"/>
                  </a:lnTo>
                  <a:lnTo>
                    <a:pt x="398653" y="326440"/>
                  </a:lnTo>
                  <a:lnTo>
                    <a:pt x="340855" y="326440"/>
                  </a:lnTo>
                  <a:lnTo>
                    <a:pt x="343103" y="322630"/>
                  </a:lnTo>
                  <a:lnTo>
                    <a:pt x="345363" y="317550"/>
                  </a:lnTo>
                  <a:lnTo>
                    <a:pt x="345363" y="304850"/>
                  </a:lnTo>
                  <a:lnTo>
                    <a:pt x="341604" y="299770"/>
                  </a:lnTo>
                  <a:lnTo>
                    <a:pt x="334848" y="288340"/>
                  </a:lnTo>
                  <a:lnTo>
                    <a:pt x="334848" y="285800"/>
                  </a:lnTo>
                  <a:lnTo>
                    <a:pt x="334098" y="284530"/>
                  </a:lnTo>
                  <a:lnTo>
                    <a:pt x="334098" y="276910"/>
                  </a:lnTo>
                  <a:lnTo>
                    <a:pt x="334848" y="271830"/>
                  </a:lnTo>
                  <a:lnTo>
                    <a:pt x="334848" y="264210"/>
                  </a:lnTo>
                  <a:lnTo>
                    <a:pt x="331838" y="257860"/>
                  </a:lnTo>
                  <a:lnTo>
                    <a:pt x="331089" y="256844"/>
                  </a:lnTo>
                  <a:lnTo>
                    <a:pt x="331089" y="309930"/>
                  </a:lnTo>
                  <a:lnTo>
                    <a:pt x="331089" y="315010"/>
                  </a:lnTo>
                  <a:lnTo>
                    <a:pt x="319938" y="345490"/>
                  </a:lnTo>
                  <a:lnTo>
                    <a:pt x="319836" y="348030"/>
                  </a:lnTo>
                  <a:lnTo>
                    <a:pt x="320586" y="351840"/>
                  </a:lnTo>
                  <a:lnTo>
                    <a:pt x="320586" y="355650"/>
                  </a:lnTo>
                  <a:lnTo>
                    <a:pt x="303314" y="367080"/>
                  </a:lnTo>
                  <a:lnTo>
                    <a:pt x="296557" y="374700"/>
                  </a:lnTo>
                  <a:lnTo>
                    <a:pt x="294309" y="379780"/>
                  </a:lnTo>
                  <a:lnTo>
                    <a:pt x="292798" y="383590"/>
                  </a:lnTo>
                  <a:lnTo>
                    <a:pt x="290550" y="386130"/>
                  </a:lnTo>
                  <a:lnTo>
                    <a:pt x="289052" y="389940"/>
                  </a:lnTo>
                  <a:lnTo>
                    <a:pt x="284543" y="392480"/>
                  </a:lnTo>
                  <a:lnTo>
                    <a:pt x="274040" y="392480"/>
                  </a:lnTo>
                  <a:lnTo>
                    <a:pt x="274040" y="407720"/>
                  </a:lnTo>
                  <a:lnTo>
                    <a:pt x="274040" y="482650"/>
                  </a:lnTo>
                  <a:lnTo>
                    <a:pt x="271653" y="481380"/>
                  </a:lnTo>
                  <a:lnTo>
                    <a:pt x="247764" y="468680"/>
                  </a:lnTo>
                  <a:lnTo>
                    <a:pt x="246265" y="467410"/>
                  </a:lnTo>
                  <a:lnTo>
                    <a:pt x="238747" y="467410"/>
                  </a:lnTo>
                  <a:lnTo>
                    <a:pt x="236499" y="468680"/>
                  </a:lnTo>
                  <a:lnTo>
                    <a:pt x="210972" y="482650"/>
                  </a:lnTo>
                  <a:lnTo>
                    <a:pt x="210972" y="407720"/>
                  </a:lnTo>
                  <a:lnTo>
                    <a:pt x="213233" y="406450"/>
                  </a:lnTo>
                  <a:lnTo>
                    <a:pt x="215480" y="406450"/>
                  </a:lnTo>
                  <a:lnTo>
                    <a:pt x="219976" y="407720"/>
                  </a:lnTo>
                  <a:lnTo>
                    <a:pt x="222237" y="408990"/>
                  </a:lnTo>
                  <a:lnTo>
                    <a:pt x="229743" y="415340"/>
                  </a:lnTo>
                  <a:lnTo>
                    <a:pt x="235737" y="419150"/>
                  </a:lnTo>
                  <a:lnTo>
                    <a:pt x="249262" y="419150"/>
                  </a:lnTo>
                  <a:lnTo>
                    <a:pt x="259765" y="411530"/>
                  </a:lnTo>
                  <a:lnTo>
                    <a:pt x="262026" y="408990"/>
                  </a:lnTo>
                  <a:lnTo>
                    <a:pt x="265023" y="407720"/>
                  </a:lnTo>
                  <a:lnTo>
                    <a:pt x="267271" y="407720"/>
                  </a:lnTo>
                  <a:lnTo>
                    <a:pt x="268782" y="406450"/>
                  </a:lnTo>
                  <a:lnTo>
                    <a:pt x="271780" y="406450"/>
                  </a:lnTo>
                  <a:lnTo>
                    <a:pt x="274040" y="407720"/>
                  </a:lnTo>
                  <a:lnTo>
                    <a:pt x="274040" y="392480"/>
                  </a:lnTo>
                  <a:lnTo>
                    <a:pt x="269773" y="392480"/>
                  </a:lnTo>
                  <a:lnTo>
                    <a:pt x="263436" y="393750"/>
                  </a:lnTo>
                  <a:lnTo>
                    <a:pt x="257505" y="395020"/>
                  </a:lnTo>
                  <a:lnTo>
                    <a:pt x="251510" y="398830"/>
                  </a:lnTo>
                  <a:lnTo>
                    <a:pt x="248513" y="401370"/>
                  </a:lnTo>
                  <a:lnTo>
                    <a:pt x="244754" y="403910"/>
                  </a:lnTo>
                  <a:lnTo>
                    <a:pt x="239496" y="403910"/>
                  </a:lnTo>
                  <a:lnTo>
                    <a:pt x="236499" y="401370"/>
                  </a:lnTo>
                  <a:lnTo>
                    <a:pt x="232740" y="398830"/>
                  </a:lnTo>
                  <a:lnTo>
                    <a:pt x="229743" y="397560"/>
                  </a:lnTo>
                  <a:lnTo>
                    <a:pt x="225983" y="393750"/>
                  </a:lnTo>
                  <a:lnTo>
                    <a:pt x="221488" y="393750"/>
                  </a:lnTo>
                  <a:lnTo>
                    <a:pt x="219227" y="392480"/>
                  </a:lnTo>
                  <a:lnTo>
                    <a:pt x="216979" y="391210"/>
                  </a:lnTo>
                  <a:lnTo>
                    <a:pt x="212471" y="391210"/>
                  </a:lnTo>
                  <a:lnTo>
                    <a:pt x="207962" y="392480"/>
                  </a:lnTo>
                  <a:lnTo>
                    <a:pt x="199707" y="392480"/>
                  </a:lnTo>
                  <a:lnTo>
                    <a:pt x="198208" y="391210"/>
                  </a:lnTo>
                  <a:lnTo>
                    <a:pt x="195961" y="389940"/>
                  </a:lnTo>
                  <a:lnTo>
                    <a:pt x="192201" y="383590"/>
                  </a:lnTo>
                  <a:lnTo>
                    <a:pt x="190703" y="379780"/>
                  </a:lnTo>
                  <a:lnTo>
                    <a:pt x="188455" y="374700"/>
                  </a:lnTo>
                  <a:lnTo>
                    <a:pt x="184696" y="372160"/>
                  </a:lnTo>
                  <a:lnTo>
                    <a:pt x="181698" y="367080"/>
                  </a:lnTo>
                  <a:lnTo>
                    <a:pt x="177190" y="365810"/>
                  </a:lnTo>
                  <a:lnTo>
                    <a:pt x="173431" y="363270"/>
                  </a:lnTo>
                  <a:lnTo>
                    <a:pt x="170421" y="362000"/>
                  </a:lnTo>
                  <a:lnTo>
                    <a:pt x="166674" y="359460"/>
                  </a:lnTo>
                  <a:lnTo>
                    <a:pt x="165176" y="358190"/>
                  </a:lnTo>
                  <a:lnTo>
                    <a:pt x="164426" y="355650"/>
                  </a:lnTo>
                  <a:lnTo>
                    <a:pt x="164426" y="348030"/>
                  </a:lnTo>
                  <a:lnTo>
                    <a:pt x="165176" y="344220"/>
                  </a:lnTo>
                  <a:lnTo>
                    <a:pt x="165176" y="337870"/>
                  </a:lnTo>
                  <a:lnTo>
                    <a:pt x="163677" y="334060"/>
                  </a:lnTo>
                  <a:lnTo>
                    <a:pt x="162915" y="328980"/>
                  </a:lnTo>
                  <a:lnTo>
                    <a:pt x="161417" y="326440"/>
                  </a:lnTo>
                  <a:lnTo>
                    <a:pt x="160667" y="325170"/>
                  </a:lnTo>
                  <a:lnTo>
                    <a:pt x="157670" y="321360"/>
                  </a:lnTo>
                  <a:lnTo>
                    <a:pt x="155422" y="317550"/>
                  </a:lnTo>
                  <a:lnTo>
                    <a:pt x="153162" y="315010"/>
                  </a:lnTo>
                  <a:lnTo>
                    <a:pt x="153162" y="309930"/>
                  </a:lnTo>
                  <a:lnTo>
                    <a:pt x="157670" y="302310"/>
                  </a:lnTo>
                  <a:lnTo>
                    <a:pt x="161366" y="295960"/>
                  </a:lnTo>
                  <a:lnTo>
                    <a:pt x="163576" y="290880"/>
                  </a:lnTo>
                  <a:lnTo>
                    <a:pt x="164528" y="283260"/>
                  </a:lnTo>
                  <a:lnTo>
                    <a:pt x="164426" y="268020"/>
                  </a:lnTo>
                  <a:lnTo>
                    <a:pt x="166674" y="264210"/>
                  </a:lnTo>
                  <a:lnTo>
                    <a:pt x="170421" y="262940"/>
                  </a:lnTo>
                  <a:lnTo>
                    <a:pt x="173431" y="260400"/>
                  </a:lnTo>
                  <a:lnTo>
                    <a:pt x="177190" y="257860"/>
                  </a:lnTo>
                  <a:lnTo>
                    <a:pt x="181698" y="256590"/>
                  </a:lnTo>
                  <a:lnTo>
                    <a:pt x="188455" y="248970"/>
                  </a:lnTo>
                  <a:lnTo>
                    <a:pt x="190703" y="245160"/>
                  </a:lnTo>
                  <a:lnTo>
                    <a:pt x="193700" y="237540"/>
                  </a:lnTo>
                  <a:lnTo>
                    <a:pt x="195961" y="233730"/>
                  </a:lnTo>
                  <a:lnTo>
                    <a:pt x="198208" y="232460"/>
                  </a:lnTo>
                  <a:lnTo>
                    <a:pt x="199707" y="231190"/>
                  </a:lnTo>
                  <a:lnTo>
                    <a:pt x="204216" y="231190"/>
                  </a:lnTo>
                  <a:lnTo>
                    <a:pt x="207962" y="232460"/>
                  </a:lnTo>
                  <a:lnTo>
                    <a:pt x="216979" y="232460"/>
                  </a:lnTo>
                  <a:lnTo>
                    <a:pt x="221488" y="231190"/>
                  </a:lnTo>
                  <a:lnTo>
                    <a:pt x="225983" y="229920"/>
                  </a:lnTo>
                  <a:lnTo>
                    <a:pt x="229743" y="227380"/>
                  </a:lnTo>
                  <a:lnTo>
                    <a:pt x="232740" y="224840"/>
                  </a:lnTo>
                  <a:lnTo>
                    <a:pt x="236499" y="222300"/>
                  </a:lnTo>
                  <a:lnTo>
                    <a:pt x="239496" y="221030"/>
                  </a:lnTo>
                  <a:lnTo>
                    <a:pt x="244754" y="221030"/>
                  </a:lnTo>
                  <a:lnTo>
                    <a:pt x="248513" y="222300"/>
                  </a:lnTo>
                  <a:lnTo>
                    <a:pt x="251510" y="224840"/>
                  </a:lnTo>
                  <a:lnTo>
                    <a:pt x="259016" y="229920"/>
                  </a:lnTo>
                  <a:lnTo>
                    <a:pt x="268020" y="232460"/>
                  </a:lnTo>
                  <a:lnTo>
                    <a:pt x="277037" y="232460"/>
                  </a:lnTo>
                  <a:lnTo>
                    <a:pt x="280797" y="231190"/>
                  </a:lnTo>
                  <a:lnTo>
                    <a:pt x="284543" y="231190"/>
                  </a:lnTo>
                  <a:lnTo>
                    <a:pt x="289052" y="233730"/>
                  </a:lnTo>
                  <a:lnTo>
                    <a:pt x="290550" y="237540"/>
                  </a:lnTo>
                  <a:lnTo>
                    <a:pt x="292798" y="241350"/>
                  </a:lnTo>
                  <a:lnTo>
                    <a:pt x="307073" y="257860"/>
                  </a:lnTo>
                  <a:lnTo>
                    <a:pt x="314579" y="262940"/>
                  </a:lnTo>
                  <a:lnTo>
                    <a:pt x="318325" y="264210"/>
                  </a:lnTo>
                  <a:lnTo>
                    <a:pt x="320586" y="268020"/>
                  </a:lnTo>
                  <a:lnTo>
                    <a:pt x="320586" y="271830"/>
                  </a:lnTo>
                  <a:lnTo>
                    <a:pt x="319836" y="276910"/>
                  </a:lnTo>
                  <a:lnTo>
                    <a:pt x="319836" y="285800"/>
                  </a:lnTo>
                  <a:lnTo>
                    <a:pt x="320586" y="289610"/>
                  </a:lnTo>
                  <a:lnTo>
                    <a:pt x="322084" y="294690"/>
                  </a:lnTo>
                  <a:lnTo>
                    <a:pt x="331089" y="309930"/>
                  </a:lnTo>
                  <a:lnTo>
                    <a:pt x="331089" y="256844"/>
                  </a:lnTo>
                  <a:lnTo>
                    <a:pt x="328091" y="252780"/>
                  </a:lnTo>
                  <a:lnTo>
                    <a:pt x="317576" y="246430"/>
                  </a:lnTo>
                  <a:lnTo>
                    <a:pt x="314579" y="245160"/>
                  </a:lnTo>
                  <a:lnTo>
                    <a:pt x="311581" y="245160"/>
                  </a:lnTo>
                  <a:lnTo>
                    <a:pt x="310070" y="242620"/>
                  </a:lnTo>
                  <a:lnTo>
                    <a:pt x="307822" y="240080"/>
                  </a:lnTo>
                  <a:lnTo>
                    <a:pt x="307073" y="237540"/>
                  </a:lnTo>
                  <a:lnTo>
                    <a:pt x="305562" y="235000"/>
                  </a:lnTo>
                  <a:lnTo>
                    <a:pt x="303555" y="231190"/>
                  </a:lnTo>
                  <a:lnTo>
                    <a:pt x="299554" y="223570"/>
                  </a:lnTo>
                  <a:lnTo>
                    <a:pt x="296049" y="221030"/>
                  </a:lnTo>
                  <a:lnTo>
                    <a:pt x="294309" y="219760"/>
                  </a:lnTo>
                  <a:lnTo>
                    <a:pt x="288302" y="217220"/>
                  </a:lnTo>
                  <a:lnTo>
                    <a:pt x="265023" y="217220"/>
                  </a:lnTo>
                  <a:lnTo>
                    <a:pt x="262026" y="214680"/>
                  </a:lnTo>
                  <a:lnTo>
                    <a:pt x="259765" y="213410"/>
                  </a:lnTo>
                  <a:lnTo>
                    <a:pt x="249262" y="205790"/>
                  </a:lnTo>
                  <a:lnTo>
                    <a:pt x="235737" y="205790"/>
                  </a:lnTo>
                  <a:lnTo>
                    <a:pt x="229743" y="209600"/>
                  </a:lnTo>
                  <a:lnTo>
                    <a:pt x="225234" y="213410"/>
                  </a:lnTo>
                  <a:lnTo>
                    <a:pt x="222237" y="214680"/>
                  </a:lnTo>
                  <a:lnTo>
                    <a:pt x="219976" y="217220"/>
                  </a:lnTo>
                  <a:lnTo>
                    <a:pt x="196710" y="217220"/>
                  </a:lnTo>
                  <a:lnTo>
                    <a:pt x="190703" y="219760"/>
                  </a:lnTo>
                  <a:lnTo>
                    <a:pt x="184696" y="223570"/>
                  </a:lnTo>
                  <a:lnTo>
                    <a:pt x="181698" y="228650"/>
                  </a:lnTo>
                  <a:lnTo>
                    <a:pt x="179438" y="235000"/>
                  </a:lnTo>
                  <a:lnTo>
                    <a:pt x="173431" y="245160"/>
                  </a:lnTo>
                  <a:lnTo>
                    <a:pt x="170421" y="245160"/>
                  </a:lnTo>
                  <a:lnTo>
                    <a:pt x="167424" y="246430"/>
                  </a:lnTo>
                  <a:lnTo>
                    <a:pt x="162166" y="250240"/>
                  </a:lnTo>
                  <a:lnTo>
                    <a:pt x="156171" y="252780"/>
                  </a:lnTo>
                  <a:lnTo>
                    <a:pt x="149415" y="264210"/>
                  </a:lnTo>
                  <a:lnTo>
                    <a:pt x="150164" y="271830"/>
                  </a:lnTo>
                  <a:lnTo>
                    <a:pt x="150164" y="276910"/>
                  </a:lnTo>
                  <a:lnTo>
                    <a:pt x="150914" y="280720"/>
                  </a:lnTo>
                  <a:lnTo>
                    <a:pt x="150914" y="284530"/>
                  </a:lnTo>
                  <a:lnTo>
                    <a:pt x="147916" y="292150"/>
                  </a:lnTo>
                  <a:lnTo>
                    <a:pt x="146405" y="294690"/>
                  </a:lnTo>
                  <a:lnTo>
                    <a:pt x="138899" y="304850"/>
                  </a:lnTo>
                  <a:lnTo>
                    <a:pt x="138899" y="317550"/>
                  </a:lnTo>
                  <a:lnTo>
                    <a:pt x="141147" y="322630"/>
                  </a:lnTo>
                  <a:lnTo>
                    <a:pt x="144145" y="326440"/>
                  </a:lnTo>
                  <a:lnTo>
                    <a:pt x="86347" y="326440"/>
                  </a:lnTo>
                  <a:lnTo>
                    <a:pt x="79514" y="308660"/>
                  </a:lnTo>
                  <a:lnTo>
                    <a:pt x="68884" y="295960"/>
                  </a:lnTo>
                  <a:lnTo>
                    <a:pt x="57416" y="288340"/>
                  </a:lnTo>
                  <a:lnTo>
                    <a:pt x="48056" y="283260"/>
                  </a:lnTo>
                  <a:lnTo>
                    <a:pt x="48056" y="91490"/>
                  </a:lnTo>
                  <a:lnTo>
                    <a:pt x="57416" y="86410"/>
                  </a:lnTo>
                  <a:lnTo>
                    <a:pt x="68884" y="78790"/>
                  </a:lnTo>
                  <a:lnTo>
                    <a:pt x="79514" y="66090"/>
                  </a:lnTo>
                  <a:lnTo>
                    <a:pt x="86347" y="48310"/>
                  </a:lnTo>
                  <a:lnTo>
                    <a:pt x="398653" y="48310"/>
                  </a:lnTo>
                  <a:lnTo>
                    <a:pt x="405371" y="66090"/>
                  </a:lnTo>
                  <a:lnTo>
                    <a:pt x="415747" y="78790"/>
                  </a:lnTo>
                  <a:lnTo>
                    <a:pt x="426961" y="86410"/>
                  </a:lnTo>
                  <a:lnTo>
                    <a:pt x="436206" y="91490"/>
                  </a:lnTo>
                  <a:lnTo>
                    <a:pt x="436206" y="74752"/>
                  </a:lnTo>
                  <a:lnTo>
                    <a:pt x="434251" y="73710"/>
                  </a:lnTo>
                  <a:lnTo>
                    <a:pt x="425500" y="67360"/>
                  </a:lnTo>
                  <a:lnTo>
                    <a:pt x="417601" y="58470"/>
                  </a:lnTo>
                  <a:lnTo>
                    <a:pt x="414197" y="48310"/>
                  </a:lnTo>
                  <a:lnTo>
                    <a:pt x="412927" y="44500"/>
                  </a:lnTo>
                  <a:lnTo>
                    <a:pt x="411429" y="38150"/>
                  </a:lnTo>
                  <a:lnTo>
                    <a:pt x="405422" y="33070"/>
                  </a:lnTo>
                  <a:lnTo>
                    <a:pt x="78841" y="33070"/>
                  </a:lnTo>
                  <a:lnTo>
                    <a:pt x="73583" y="38150"/>
                  </a:lnTo>
                  <a:lnTo>
                    <a:pt x="72085" y="44500"/>
                  </a:lnTo>
                  <a:lnTo>
                    <a:pt x="66992" y="58470"/>
                  </a:lnTo>
                  <a:lnTo>
                    <a:pt x="58940" y="67360"/>
                  </a:lnTo>
                  <a:lnTo>
                    <a:pt x="50330" y="73710"/>
                  </a:lnTo>
                  <a:lnTo>
                    <a:pt x="43548" y="77520"/>
                  </a:lnTo>
                  <a:lnTo>
                    <a:pt x="37541" y="80060"/>
                  </a:lnTo>
                  <a:lnTo>
                    <a:pt x="33794" y="85140"/>
                  </a:lnTo>
                  <a:lnTo>
                    <a:pt x="33794" y="289610"/>
                  </a:lnTo>
                  <a:lnTo>
                    <a:pt x="37541" y="294690"/>
                  </a:lnTo>
                  <a:lnTo>
                    <a:pt x="43548" y="297230"/>
                  </a:lnTo>
                  <a:lnTo>
                    <a:pt x="50330" y="299770"/>
                  </a:lnTo>
                  <a:lnTo>
                    <a:pt x="58940" y="306120"/>
                  </a:lnTo>
                  <a:lnTo>
                    <a:pt x="66992" y="316280"/>
                  </a:lnTo>
                  <a:lnTo>
                    <a:pt x="72085" y="330250"/>
                  </a:lnTo>
                  <a:lnTo>
                    <a:pt x="73583" y="336600"/>
                  </a:lnTo>
                  <a:lnTo>
                    <a:pt x="78841" y="341680"/>
                  </a:lnTo>
                  <a:lnTo>
                    <a:pt x="150914" y="341680"/>
                  </a:lnTo>
                  <a:lnTo>
                    <a:pt x="150914" y="342950"/>
                  </a:lnTo>
                  <a:lnTo>
                    <a:pt x="150164" y="345490"/>
                  </a:lnTo>
                  <a:lnTo>
                    <a:pt x="150164" y="351840"/>
                  </a:lnTo>
                  <a:lnTo>
                    <a:pt x="149415" y="358190"/>
                  </a:lnTo>
                  <a:lnTo>
                    <a:pt x="151663" y="363270"/>
                  </a:lnTo>
                  <a:lnTo>
                    <a:pt x="16522" y="363270"/>
                  </a:lnTo>
                  <a:lnTo>
                    <a:pt x="13525" y="360730"/>
                  </a:lnTo>
                  <a:lnTo>
                    <a:pt x="13525" y="87680"/>
                  </a:lnTo>
                  <a:lnTo>
                    <a:pt x="10515" y="85140"/>
                  </a:lnTo>
                  <a:lnTo>
                    <a:pt x="3009" y="85140"/>
                  </a:lnTo>
                  <a:lnTo>
                    <a:pt x="0" y="87680"/>
                  </a:lnTo>
                  <a:lnTo>
                    <a:pt x="0" y="358190"/>
                  </a:lnTo>
                  <a:lnTo>
                    <a:pt x="1460" y="365810"/>
                  </a:lnTo>
                  <a:lnTo>
                    <a:pt x="5448" y="372160"/>
                  </a:lnTo>
                  <a:lnTo>
                    <a:pt x="11404" y="375970"/>
                  </a:lnTo>
                  <a:lnTo>
                    <a:pt x="18770" y="377240"/>
                  </a:lnTo>
                  <a:lnTo>
                    <a:pt x="168922" y="377240"/>
                  </a:lnTo>
                  <a:lnTo>
                    <a:pt x="173431" y="379780"/>
                  </a:lnTo>
                  <a:lnTo>
                    <a:pt x="176428" y="383590"/>
                  </a:lnTo>
                  <a:lnTo>
                    <a:pt x="179438" y="389940"/>
                  </a:lnTo>
                  <a:lnTo>
                    <a:pt x="181698" y="395020"/>
                  </a:lnTo>
                  <a:lnTo>
                    <a:pt x="184696" y="401370"/>
                  </a:lnTo>
                  <a:lnTo>
                    <a:pt x="190703" y="403910"/>
                  </a:lnTo>
                  <a:lnTo>
                    <a:pt x="192201" y="405180"/>
                  </a:lnTo>
                  <a:lnTo>
                    <a:pt x="194449" y="406450"/>
                  </a:lnTo>
                  <a:lnTo>
                    <a:pt x="196710" y="406450"/>
                  </a:lnTo>
                  <a:lnTo>
                    <a:pt x="196710" y="490270"/>
                  </a:lnTo>
                  <a:lnTo>
                    <a:pt x="198208" y="494080"/>
                  </a:lnTo>
                  <a:lnTo>
                    <a:pt x="205714" y="497890"/>
                  </a:lnTo>
                  <a:lnTo>
                    <a:pt x="210223" y="497890"/>
                  </a:lnTo>
                  <a:lnTo>
                    <a:pt x="213982" y="496620"/>
                  </a:lnTo>
                  <a:lnTo>
                    <a:pt x="240131" y="482650"/>
                  </a:lnTo>
                  <a:lnTo>
                    <a:pt x="242506" y="481380"/>
                  </a:lnTo>
                  <a:lnTo>
                    <a:pt x="271030" y="496620"/>
                  </a:lnTo>
                  <a:lnTo>
                    <a:pt x="274040" y="497890"/>
                  </a:lnTo>
                  <a:lnTo>
                    <a:pt x="280797" y="497890"/>
                  </a:lnTo>
                  <a:lnTo>
                    <a:pt x="282295" y="496620"/>
                  </a:lnTo>
                  <a:lnTo>
                    <a:pt x="286054" y="494080"/>
                  </a:lnTo>
                  <a:lnTo>
                    <a:pt x="288302" y="490270"/>
                  </a:lnTo>
                  <a:lnTo>
                    <a:pt x="288302" y="482650"/>
                  </a:lnTo>
                  <a:lnTo>
                    <a:pt x="288302" y="406450"/>
                  </a:lnTo>
                  <a:lnTo>
                    <a:pt x="290550" y="406450"/>
                  </a:lnTo>
                  <a:lnTo>
                    <a:pt x="292049" y="405180"/>
                  </a:lnTo>
                  <a:lnTo>
                    <a:pt x="294309" y="403910"/>
                  </a:lnTo>
                  <a:lnTo>
                    <a:pt x="299554" y="401370"/>
                  </a:lnTo>
                  <a:lnTo>
                    <a:pt x="302564" y="395020"/>
                  </a:lnTo>
                  <a:lnTo>
                    <a:pt x="305562" y="389940"/>
                  </a:lnTo>
                  <a:lnTo>
                    <a:pt x="307073" y="386130"/>
                  </a:lnTo>
                  <a:lnTo>
                    <a:pt x="307822" y="383590"/>
                  </a:lnTo>
                  <a:lnTo>
                    <a:pt x="310070" y="381050"/>
                  </a:lnTo>
                  <a:lnTo>
                    <a:pt x="311581" y="379780"/>
                  </a:lnTo>
                  <a:lnTo>
                    <a:pt x="316077" y="377240"/>
                  </a:lnTo>
                  <a:lnTo>
                    <a:pt x="389648" y="377240"/>
                  </a:lnTo>
                  <a:lnTo>
                    <a:pt x="392658" y="374700"/>
                  </a:lnTo>
                  <a:lnTo>
                    <a:pt x="392658" y="365810"/>
                  </a:lnTo>
                  <a:lnTo>
                    <a:pt x="389648" y="363270"/>
                  </a:lnTo>
                  <a:lnTo>
                    <a:pt x="332587" y="363270"/>
                  </a:lnTo>
                  <a:lnTo>
                    <a:pt x="334848" y="358190"/>
                  </a:lnTo>
                  <a:lnTo>
                    <a:pt x="334848" y="351840"/>
                  </a:lnTo>
                  <a:lnTo>
                    <a:pt x="334098" y="346760"/>
                  </a:lnTo>
                  <a:lnTo>
                    <a:pt x="334098" y="341680"/>
                  </a:lnTo>
                  <a:lnTo>
                    <a:pt x="405422" y="341680"/>
                  </a:lnTo>
                  <a:lnTo>
                    <a:pt x="411429" y="336600"/>
                  </a:lnTo>
                  <a:lnTo>
                    <a:pt x="412927" y="330250"/>
                  </a:lnTo>
                  <a:lnTo>
                    <a:pt x="414197" y="326440"/>
                  </a:lnTo>
                  <a:lnTo>
                    <a:pt x="417601" y="316280"/>
                  </a:lnTo>
                  <a:lnTo>
                    <a:pt x="425500" y="306120"/>
                  </a:lnTo>
                  <a:lnTo>
                    <a:pt x="434251" y="299770"/>
                  </a:lnTo>
                  <a:lnTo>
                    <a:pt x="441464" y="297230"/>
                  </a:lnTo>
                  <a:lnTo>
                    <a:pt x="446709" y="294690"/>
                  </a:lnTo>
                  <a:lnTo>
                    <a:pt x="450469" y="289610"/>
                  </a:lnTo>
                  <a:lnTo>
                    <a:pt x="450469" y="85140"/>
                  </a:lnTo>
                  <a:close/>
                </a:path>
                <a:path w="483235" h="498475">
                  <a:moveTo>
                    <a:pt x="482650" y="7353"/>
                  </a:moveTo>
                  <a:lnTo>
                    <a:pt x="479463" y="2527"/>
                  </a:lnTo>
                  <a:lnTo>
                    <a:pt x="475665" y="0"/>
                  </a:lnTo>
                  <a:lnTo>
                    <a:pt x="9105" y="0"/>
                  </a:lnTo>
                  <a:lnTo>
                    <a:pt x="5448" y="2527"/>
                  </a:lnTo>
                  <a:lnTo>
                    <a:pt x="1460" y="8674"/>
                  </a:lnTo>
                  <a:lnTo>
                    <a:pt x="0" y="16268"/>
                  </a:lnTo>
                  <a:lnTo>
                    <a:pt x="0" y="61963"/>
                  </a:lnTo>
                  <a:lnTo>
                    <a:pt x="3009" y="65062"/>
                  </a:lnTo>
                  <a:lnTo>
                    <a:pt x="10515" y="65062"/>
                  </a:lnTo>
                  <a:lnTo>
                    <a:pt x="13525" y="61963"/>
                  </a:lnTo>
                  <a:lnTo>
                    <a:pt x="13525" y="13169"/>
                  </a:lnTo>
                  <a:lnTo>
                    <a:pt x="16522" y="10858"/>
                  </a:lnTo>
                  <a:lnTo>
                    <a:pt x="468490" y="10858"/>
                  </a:lnTo>
                  <a:lnTo>
                    <a:pt x="470738" y="13169"/>
                  </a:lnTo>
                  <a:lnTo>
                    <a:pt x="470738" y="360070"/>
                  </a:lnTo>
                  <a:lnTo>
                    <a:pt x="468490" y="362394"/>
                  </a:lnTo>
                  <a:lnTo>
                    <a:pt x="414426" y="362394"/>
                  </a:lnTo>
                  <a:lnTo>
                    <a:pt x="411429" y="365493"/>
                  </a:lnTo>
                  <a:lnTo>
                    <a:pt x="411429" y="374002"/>
                  </a:lnTo>
                  <a:lnTo>
                    <a:pt x="414426" y="377101"/>
                  </a:lnTo>
                  <a:lnTo>
                    <a:pt x="465480" y="377101"/>
                  </a:lnTo>
                  <a:lnTo>
                    <a:pt x="473278" y="375475"/>
                  </a:lnTo>
                  <a:lnTo>
                    <a:pt x="479463" y="371106"/>
                  </a:lnTo>
                  <a:lnTo>
                    <a:pt x="482650" y="366064"/>
                  </a:lnTo>
                  <a:lnTo>
                    <a:pt x="482650" y="10858"/>
                  </a:lnTo>
                  <a:lnTo>
                    <a:pt x="482650" y="7353"/>
                  </a:lnTo>
                  <a:close/>
                </a:path>
              </a:pathLst>
            </a:custGeom>
            <a:solidFill>
              <a:srgbClr val="34A7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806149" y="5751671"/>
              <a:ext cx="123117" cy="126214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100765" y="3203194"/>
              <a:ext cx="11939905" cy="3336290"/>
            </a:xfrm>
            <a:custGeom>
              <a:avLst/>
              <a:gdLst/>
              <a:ahLst/>
              <a:cxnLst/>
              <a:rect l="l" t="t" r="r" b="b"/>
              <a:pathLst>
                <a:path w="11939905" h="3336290">
                  <a:moveTo>
                    <a:pt x="11742619" y="3336277"/>
                  </a:moveTo>
                  <a:lnTo>
                    <a:pt x="197011" y="3336277"/>
                  </a:lnTo>
                  <a:lnTo>
                    <a:pt x="151837" y="3333445"/>
                  </a:lnTo>
                  <a:lnTo>
                    <a:pt x="110371" y="3325380"/>
                  </a:lnTo>
                  <a:lnTo>
                    <a:pt x="73783" y="3312718"/>
                  </a:lnTo>
                  <a:lnTo>
                    <a:pt x="20024" y="3276206"/>
                  </a:lnTo>
                  <a:lnTo>
                    <a:pt x="0" y="3229038"/>
                  </a:lnTo>
                  <a:lnTo>
                    <a:pt x="0" y="107314"/>
                  </a:lnTo>
                  <a:lnTo>
                    <a:pt x="20024" y="60070"/>
                  </a:lnTo>
                  <a:lnTo>
                    <a:pt x="73783" y="23621"/>
                  </a:lnTo>
                  <a:lnTo>
                    <a:pt x="110371" y="10921"/>
                  </a:lnTo>
                  <a:lnTo>
                    <a:pt x="151837" y="2920"/>
                  </a:lnTo>
                  <a:lnTo>
                    <a:pt x="197011" y="0"/>
                  </a:lnTo>
                  <a:lnTo>
                    <a:pt x="11742619" y="0"/>
                  </a:lnTo>
                  <a:lnTo>
                    <a:pt x="11787831" y="2920"/>
                  </a:lnTo>
                  <a:lnTo>
                    <a:pt x="11829233" y="10921"/>
                  </a:lnTo>
                  <a:lnTo>
                    <a:pt x="11865809" y="23621"/>
                  </a:lnTo>
                  <a:lnTo>
                    <a:pt x="11919657" y="60070"/>
                  </a:lnTo>
                  <a:lnTo>
                    <a:pt x="11939723" y="107314"/>
                  </a:lnTo>
                  <a:lnTo>
                    <a:pt x="11939723" y="3229038"/>
                  </a:lnTo>
                  <a:lnTo>
                    <a:pt x="11919657" y="3276206"/>
                  </a:lnTo>
                  <a:lnTo>
                    <a:pt x="11865809" y="3312718"/>
                  </a:lnTo>
                  <a:lnTo>
                    <a:pt x="11829233" y="3325380"/>
                  </a:lnTo>
                  <a:lnTo>
                    <a:pt x="11787831" y="3333445"/>
                  </a:lnTo>
                  <a:lnTo>
                    <a:pt x="11742619" y="3336277"/>
                  </a:lnTo>
                  <a:close/>
                </a:path>
              </a:pathLst>
            </a:custGeom>
            <a:ln w="10470">
              <a:solidFill>
                <a:srgbClr val="2336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9023731" y="5263007"/>
              <a:ext cx="837565" cy="913130"/>
            </a:xfrm>
            <a:custGeom>
              <a:avLst/>
              <a:gdLst/>
              <a:ahLst/>
              <a:cxnLst/>
              <a:rect l="l" t="t" r="r" b="b"/>
              <a:pathLst>
                <a:path w="837565" h="913129">
                  <a:moveTo>
                    <a:pt x="0" y="456514"/>
                  </a:moveTo>
                  <a:lnTo>
                    <a:pt x="2456" y="406764"/>
                  </a:lnTo>
                  <a:lnTo>
                    <a:pt x="9656" y="358567"/>
                  </a:lnTo>
                  <a:lnTo>
                    <a:pt x="21344" y="312202"/>
                  </a:lnTo>
                  <a:lnTo>
                    <a:pt x="37263" y="267948"/>
                  </a:lnTo>
                  <a:lnTo>
                    <a:pt x="57159" y="226082"/>
                  </a:lnTo>
                  <a:lnTo>
                    <a:pt x="80776" y="186883"/>
                  </a:lnTo>
                  <a:lnTo>
                    <a:pt x="107857" y="150628"/>
                  </a:lnTo>
                  <a:lnTo>
                    <a:pt x="138149" y="117597"/>
                  </a:lnTo>
                  <a:lnTo>
                    <a:pt x="171395" y="88067"/>
                  </a:lnTo>
                  <a:lnTo>
                    <a:pt x="207339" y="62317"/>
                  </a:lnTo>
                  <a:lnTo>
                    <a:pt x="245726" y="40625"/>
                  </a:lnTo>
                  <a:lnTo>
                    <a:pt x="286300" y="23269"/>
                  </a:lnTo>
                  <a:lnTo>
                    <a:pt x="328806" y="10527"/>
                  </a:lnTo>
                  <a:lnTo>
                    <a:pt x="372989" y="2678"/>
                  </a:lnTo>
                  <a:lnTo>
                    <a:pt x="418592" y="0"/>
                  </a:lnTo>
                  <a:lnTo>
                    <a:pt x="464194" y="2678"/>
                  </a:lnTo>
                  <a:lnTo>
                    <a:pt x="508377" y="10527"/>
                  </a:lnTo>
                  <a:lnTo>
                    <a:pt x="550883" y="23269"/>
                  </a:lnTo>
                  <a:lnTo>
                    <a:pt x="591457" y="40625"/>
                  </a:lnTo>
                  <a:lnTo>
                    <a:pt x="629844" y="62317"/>
                  </a:lnTo>
                  <a:lnTo>
                    <a:pt x="665788" y="88067"/>
                  </a:lnTo>
                  <a:lnTo>
                    <a:pt x="699034" y="117597"/>
                  </a:lnTo>
                  <a:lnTo>
                    <a:pt x="729326" y="150628"/>
                  </a:lnTo>
                  <a:lnTo>
                    <a:pt x="756407" y="186883"/>
                  </a:lnTo>
                  <a:lnTo>
                    <a:pt x="780024" y="226082"/>
                  </a:lnTo>
                  <a:lnTo>
                    <a:pt x="799920" y="267948"/>
                  </a:lnTo>
                  <a:lnTo>
                    <a:pt x="815839" y="312202"/>
                  </a:lnTo>
                  <a:lnTo>
                    <a:pt x="827527" y="358567"/>
                  </a:lnTo>
                  <a:lnTo>
                    <a:pt x="834727" y="406764"/>
                  </a:lnTo>
                  <a:lnTo>
                    <a:pt x="837184" y="456514"/>
                  </a:lnTo>
                  <a:lnTo>
                    <a:pt x="834727" y="506252"/>
                  </a:lnTo>
                  <a:lnTo>
                    <a:pt x="827527" y="554439"/>
                  </a:lnTo>
                  <a:lnTo>
                    <a:pt x="815839" y="600797"/>
                  </a:lnTo>
                  <a:lnTo>
                    <a:pt x="799920" y="645045"/>
                  </a:lnTo>
                  <a:lnTo>
                    <a:pt x="780024" y="686907"/>
                  </a:lnTo>
                  <a:lnTo>
                    <a:pt x="756407" y="726104"/>
                  </a:lnTo>
                  <a:lnTo>
                    <a:pt x="729326" y="762357"/>
                  </a:lnTo>
                  <a:lnTo>
                    <a:pt x="699034" y="795387"/>
                  </a:lnTo>
                  <a:lnTo>
                    <a:pt x="665788" y="824917"/>
                  </a:lnTo>
                  <a:lnTo>
                    <a:pt x="629844" y="850668"/>
                  </a:lnTo>
                  <a:lnTo>
                    <a:pt x="591457" y="872361"/>
                  </a:lnTo>
                  <a:lnTo>
                    <a:pt x="550883" y="889719"/>
                  </a:lnTo>
                  <a:lnTo>
                    <a:pt x="508377" y="902461"/>
                  </a:lnTo>
                  <a:lnTo>
                    <a:pt x="464194" y="910311"/>
                  </a:lnTo>
                  <a:lnTo>
                    <a:pt x="418592" y="912990"/>
                  </a:lnTo>
                  <a:lnTo>
                    <a:pt x="372989" y="910311"/>
                  </a:lnTo>
                  <a:lnTo>
                    <a:pt x="328806" y="902461"/>
                  </a:lnTo>
                  <a:lnTo>
                    <a:pt x="286300" y="889719"/>
                  </a:lnTo>
                  <a:lnTo>
                    <a:pt x="245726" y="872361"/>
                  </a:lnTo>
                  <a:lnTo>
                    <a:pt x="207339" y="850668"/>
                  </a:lnTo>
                  <a:lnTo>
                    <a:pt x="171395" y="824917"/>
                  </a:lnTo>
                  <a:lnTo>
                    <a:pt x="138149" y="795387"/>
                  </a:lnTo>
                  <a:lnTo>
                    <a:pt x="107857" y="762357"/>
                  </a:lnTo>
                  <a:lnTo>
                    <a:pt x="80776" y="726104"/>
                  </a:lnTo>
                  <a:lnTo>
                    <a:pt x="57159" y="686907"/>
                  </a:lnTo>
                  <a:lnTo>
                    <a:pt x="37263" y="645045"/>
                  </a:lnTo>
                  <a:lnTo>
                    <a:pt x="21344" y="600797"/>
                  </a:lnTo>
                  <a:lnTo>
                    <a:pt x="9656" y="554439"/>
                  </a:lnTo>
                  <a:lnTo>
                    <a:pt x="2456" y="506252"/>
                  </a:lnTo>
                  <a:lnTo>
                    <a:pt x="0" y="456514"/>
                  </a:lnTo>
                  <a:close/>
                </a:path>
              </a:pathLst>
            </a:custGeom>
            <a:ln w="25400">
              <a:solidFill>
                <a:srgbClr val="EC45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9860915" y="5737504"/>
              <a:ext cx="294005" cy="0"/>
            </a:xfrm>
            <a:custGeom>
              <a:avLst/>
              <a:gdLst/>
              <a:ahLst/>
              <a:cxnLst/>
              <a:rect l="l" t="t" r="r" b="b"/>
              <a:pathLst>
                <a:path w="294004">
                  <a:moveTo>
                    <a:pt x="0" y="0"/>
                  </a:moveTo>
                  <a:lnTo>
                    <a:pt x="293877" y="0"/>
                  </a:lnTo>
                </a:path>
              </a:pathLst>
            </a:custGeom>
            <a:ln w="28575">
              <a:solidFill>
                <a:srgbClr val="EC45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0087229" y="5686780"/>
              <a:ext cx="92964" cy="101447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9003156" y="5269750"/>
              <a:ext cx="914476" cy="896848"/>
            </a:xfrm>
            <a:prstGeom prst="rect">
              <a:avLst/>
            </a:prstGeom>
          </p:spPr>
        </p:pic>
      </p:grpSp>
      <p:pic>
        <p:nvPicPr>
          <p:cNvPr id="44" name="object 44" descr="brans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377507" y="832142"/>
            <a:ext cx="3693414" cy="1243926"/>
          </a:xfrm>
          <a:prstGeom prst="rect">
            <a:avLst/>
          </a:prstGeom>
        </p:spPr>
      </p:pic>
      <p:sp>
        <p:nvSpPr>
          <p:cNvPr id="45" name="object 4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915410" marR="663575">
              <a:lnSpc>
                <a:spcPct val="100000"/>
              </a:lnSpc>
              <a:spcBef>
                <a:spcPts val="105"/>
              </a:spcBef>
            </a:pPr>
            <a:r>
              <a:rPr dirty="0"/>
              <a:t>is</a:t>
            </a:r>
            <a:r>
              <a:rPr spc="-5" dirty="0"/>
              <a:t> </a:t>
            </a:r>
            <a:r>
              <a:rPr dirty="0"/>
              <a:t>a</a:t>
            </a:r>
            <a:r>
              <a:rPr spc="-10" dirty="0"/>
              <a:t> </a:t>
            </a:r>
            <a:r>
              <a:rPr dirty="0"/>
              <a:t>joint</a:t>
            </a:r>
            <a:r>
              <a:rPr spc="-15" dirty="0"/>
              <a:t> </a:t>
            </a:r>
            <a:r>
              <a:rPr dirty="0"/>
              <a:t>initiative</a:t>
            </a:r>
            <a:r>
              <a:rPr spc="-30" dirty="0"/>
              <a:t> </a:t>
            </a:r>
            <a:r>
              <a:rPr dirty="0"/>
              <a:t>by MeitY</a:t>
            </a:r>
            <a:r>
              <a:rPr spc="-20" dirty="0"/>
              <a:t> </a:t>
            </a:r>
            <a:r>
              <a:rPr dirty="0"/>
              <a:t>&amp; nasscom,</a:t>
            </a:r>
            <a:r>
              <a:rPr spc="-25" dirty="0"/>
              <a:t> </a:t>
            </a:r>
            <a:r>
              <a:rPr dirty="0"/>
              <a:t>aimed</a:t>
            </a:r>
            <a:r>
              <a:rPr spc="-15" dirty="0"/>
              <a:t> </a:t>
            </a:r>
            <a:r>
              <a:rPr dirty="0"/>
              <a:t>at</a:t>
            </a:r>
            <a:r>
              <a:rPr spc="-20" dirty="0"/>
              <a:t> </a:t>
            </a:r>
            <a:r>
              <a:rPr spc="-10" dirty="0"/>
              <a:t>making </a:t>
            </a:r>
            <a:r>
              <a:rPr dirty="0"/>
              <a:t>India</a:t>
            </a:r>
            <a:r>
              <a:rPr spc="-30" dirty="0"/>
              <a:t> </a:t>
            </a:r>
            <a:r>
              <a:rPr dirty="0"/>
              <a:t>a</a:t>
            </a:r>
            <a:r>
              <a:rPr spc="-10" dirty="0"/>
              <a:t> </a:t>
            </a:r>
            <a:r>
              <a:rPr dirty="0"/>
              <a:t>Digital</a:t>
            </a:r>
            <a:r>
              <a:rPr spc="-30" dirty="0"/>
              <a:t> </a:t>
            </a:r>
            <a:r>
              <a:rPr dirty="0"/>
              <a:t>Talent</a:t>
            </a:r>
            <a:r>
              <a:rPr spc="-30" dirty="0"/>
              <a:t> </a:t>
            </a:r>
            <a:r>
              <a:rPr spc="-10" dirty="0"/>
              <a:t>Nation.</a:t>
            </a:r>
          </a:p>
          <a:p>
            <a:pPr marL="12700" marR="5080" algn="just">
              <a:lnSpc>
                <a:spcPct val="100000"/>
              </a:lnSpc>
              <a:spcBef>
                <a:spcPts val="1130"/>
              </a:spcBef>
            </a:pPr>
            <a:r>
              <a:rPr sz="1450" b="0" dirty="0">
                <a:solidFill>
                  <a:srgbClr val="000000"/>
                </a:solidFill>
                <a:latin typeface="Source Sans 3"/>
                <a:cs typeface="Source Sans 3"/>
              </a:rPr>
              <a:t>FutureSkills</a:t>
            </a:r>
            <a:r>
              <a:rPr sz="1450" b="0" spc="-35" dirty="0">
                <a:solidFill>
                  <a:srgbClr val="000000"/>
                </a:solidFill>
                <a:latin typeface="Source Sans 3"/>
                <a:cs typeface="Source Sans 3"/>
              </a:rPr>
              <a:t> </a:t>
            </a:r>
            <a:r>
              <a:rPr sz="1450" b="0" dirty="0">
                <a:solidFill>
                  <a:srgbClr val="000000"/>
                </a:solidFill>
                <a:latin typeface="Source Sans 3"/>
                <a:cs typeface="Source Sans 3"/>
              </a:rPr>
              <a:t>Prime is</a:t>
            </a:r>
            <a:r>
              <a:rPr sz="1450" b="0" spc="-5" dirty="0">
                <a:solidFill>
                  <a:srgbClr val="000000"/>
                </a:solidFill>
                <a:latin typeface="Source Sans 3"/>
                <a:cs typeface="Source Sans 3"/>
              </a:rPr>
              <a:t> </a:t>
            </a:r>
            <a:r>
              <a:rPr sz="1450" b="0" dirty="0">
                <a:solidFill>
                  <a:srgbClr val="000000"/>
                </a:solidFill>
                <a:latin typeface="Source Sans 3"/>
                <a:cs typeface="Source Sans 3"/>
              </a:rPr>
              <a:t>an</a:t>
            </a:r>
            <a:r>
              <a:rPr sz="1450" b="0" spc="-25" dirty="0">
                <a:solidFill>
                  <a:srgbClr val="000000"/>
                </a:solidFill>
                <a:latin typeface="Source Sans 3"/>
                <a:cs typeface="Source Sans 3"/>
              </a:rPr>
              <a:t> </a:t>
            </a:r>
            <a:r>
              <a:rPr sz="1450" b="0" dirty="0">
                <a:solidFill>
                  <a:srgbClr val="000000"/>
                </a:solidFill>
                <a:latin typeface="Source Sans 3"/>
                <a:cs typeface="Source Sans 3"/>
              </a:rPr>
              <a:t>innovative</a:t>
            </a:r>
            <a:r>
              <a:rPr sz="1450" b="0" spc="-45" dirty="0">
                <a:solidFill>
                  <a:srgbClr val="000000"/>
                </a:solidFill>
                <a:latin typeface="Source Sans 3"/>
                <a:cs typeface="Source Sans 3"/>
              </a:rPr>
              <a:t> </a:t>
            </a:r>
            <a:r>
              <a:rPr sz="1450" b="0" dirty="0">
                <a:solidFill>
                  <a:srgbClr val="000000"/>
                </a:solidFill>
                <a:latin typeface="Source Sans 3"/>
                <a:cs typeface="Source Sans 3"/>
              </a:rPr>
              <a:t>and</a:t>
            </a:r>
            <a:r>
              <a:rPr sz="1450" b="0" spc="-30" dirty="0">
                <a:solidFill>
                  <a:srgbClr val="000000"/>
                </a:solidFill>
                <a:latin typeface="Source Sans 3"/>
                <a:cs typeface="Source Sans 3"/>
              </a:rPr>
              <a:t> </a:t>
            </a:r>
            <a:r>
              <a:rPr sz="1450" b="0" dirty="0">
                <a:solidFill>
                  <a:srgbClr val="000000"/>
                </a:solidFill>
                <a:latin typeface="Source Sans 3"/>
                <a:cs typeface="Source Sans 3"/>
              </a:rPr>
              <a:t>evolutionary</a:t>
            </a:r>
            <a:r>
              <a:rPr sz="1450" b="0" spc="-40" dirty="0">
                <a:solidFill>
                  <a:srgbClr val="000000"/>
                </a:solidFill>
                <a:latin typeface="Source Sans 3"/>
                <a:cs typeface="Source Sans 3"/>
              </a:rPr>
              <a:t> </a:t>
            </a:r>
            <a:r>
              <a:rPr sz="1450" b="0" spc="-10" dirty="0">
                <a:solidFill>
                  <a:srgbClr val="000000"/>
                </a:solidFill>
                <a:latin typeface="Source Sans 3"/>
                <a:cs typeface="Source Sans 3"/>
              </a:rPr>
              <a:t>ecosystem</a:t>
            </a:r>
            <a:r>
              <a:rPr sz="1450" b="0" spc="-25" dirty="0">
                <a:solidFill>
                  <a:srgbClr val="000000"/>
                </a:solidFill>
                <a:latin typeface="Source Sans 3"/>
                <a:cs typeface="Source Sans 3"/>
              </a:rPr>
              <a:t> </a:t>
            </a:r>
            <a:r>
              <a:rPr sz="1450" b="0" dirty="0">
                <a:solidFill>
                  <a:srgbClr val="000000"/>
                </a:solidFill>
                <a:latin typeface="Source Sans 3"/>
                <a:cs typeface="Source Sans 3"/>
              </a:rPr>
              <a:t>designed</a:t>
            </a:r>
            <a:r>
              <a:rPr sz="1450" b="0" spc="-15" dirty="0">
                <a:solidFill>
                  <a:srgbClr val="000000"/>
                </a:solidFill>
                <a:latin typeface="Source Sans 3"/>
                <a:cs typeface="Source Sans 3"/>
              </a:rPr>
              <a:t> </a:t>
            </a:r>
            <a:r>
              <a:rPr sz="1450" b="0" dirty="0">
                <a:solidFill>
                  <a:srgbClr val="000000"/>
                </a:solidFill>
                <a:latin typeface="Source Sans 3"/>
                <a:cs typeface="Source Sans 3"/>
              </a:rPr>
              <a:t>to</a:t>
            </a:r>
            <a:r>
              <a:rPr sz="1450" b="0" spc="-15" dirty="0">
                <a:solidFill>
                  <a:srgbClr val="000000"/>
                </a:solidFill>
                <a:latin typeface="Source Sans 3"/>
                <a:cs typeface="Source Sans 3"/>
              </a:rPr>
              <a:t> </a:t>
            </a:r>
            <a:r>
              <a:rPr sz="1450" b="0" dirty="0">
                <a:solidFill>
                  <a:srgbClr val="000000"/>
                </a:solidFill>
                <a:latin typeface="Source Sans 3"/>
                <a:cs typeface="Source Sans 3"/>
              </a:rPr>
              <a:t>equip</a:t>
            </a:r>
            <a:r>
              <a:rPr sz="1450" b="0" spc="-20" dirty="0">
                <a:solidFill>
                  <a:srgbClr val="000000"/>
                </a:solidFill>
                <a:latin typeface="Source Sans 3"/>
                <a:cs typeface="Source Sans 3"/>
              </a:rPr>
              <a:t> </a:t>
            </a:r>
            <a:r>
              <a:rPr sz="1450" b="0" dirty="0">
                <a:solidFill>
                  <a:srgbClr val="000000"/>
                </a:solidFill>
                <a:latin typeface="Source Sans 3"/>
                <a:cs typeface="Source Sans 3"/>
              </a:rPr>
              <a:t>learners</a:t>
            </a:r>
            <a:r>
              <a:rPr sz="1450" b="0" spc="-10" dirty="0">
                <a:solidFill>
                  <a:srgbClr val="000000"/>
                </a:solidFill>
                <a:latin typeface="Source Sans 3"/>
                <a:cs typeface="Source Sans 3"/>
              </a:rPr>
              <a:t> </a:t>
            </a:r>
            <a:r>
              <a:rPr sz="1450" b="0" dirty="0">
                <a:solidFill>
                  <a:srgbClr val="000000"/>
                </a:solidFill>
                <a:latin typeface="Source Sans 3"/>
                <a:cs typeface="Source Sans 3"/>
              </a:rPr>
              <a:t>with</a:t>
            </a:r>
            <a:r>
              <a:rPr sz="1450" b="0" spc="-20" dirty="0">
                <a:solidFill>
                  <a:srgbClr val="000000"/>
                </a:solidFill>
                <a:latin typeface="Source Sans 3"/>
                <a:cs typeface="Source Sans 3"/>
              </a:rPr>
              <a:t> </a:t>
            </a:r>
            <a:r>
              <a:rPr sz="1450" b="0" dirty="0">
                <a:solidFill>
                  <a:srgbClr val="000000"/>
                </a:solidFill>
                <a:latin typeface="Source Sans 3"/>
                <a:cs typeface="Source Sans 3"/>
              </a:rPr>
              <a:t>cutting-edge</a:t>
            </a:r>
            <a:r>
              <a:rPr sz="1450" b="0" spc="-50" dirty="0">
                <a:solidFill>
                  <a:srgbClr val="000000"/>
                </a:solidFill>
                <a:latin typeface="Source Sans 3"/>
                <a:cs typeface="Source Sans 3"/>
              </a:rPr>
              <a:t> </a:t>
            </a:r>
            <a:r>
              <a:rPr sz="1450" b="0" dirty="0">
                <a:solidFill>
                  <a:srgbClr val="000000"/>
                </a:solidFill>
                <a:latin typeface="Source Sans 3"/>
                <a:cs typeface="Source Sans 3"/>
              </a:rPr>
              <a:t>skills</a:t>
            </a:r>
            <a:r>
              <a:rPr sz="1450" b="0" spc="5" dirty="0">
                <a:solidFill>
                  <a:srgbClr val="000000"/>
                </a:solidFill>
                <a:latin typeface="Source Sans 3"/>
                <a:cs typeface="Source Sans 3"/>
              </a:rPr>
              <a:t> </a:t>
            </a:r>
            <a:r>
              <a:rPr sz="1450" b="0" dirty="0">
                <a:solidFill>
                  <a:srgbClr val="000000"/>
                </a:solidFill>
                <a:latin typeface="Source Sans 3"/>
                <a:cs typeface="Source Sans 3"/>
              </a:rPr>
              <a:t>essential</a:t>
            </a:r>
            <a:r>
              <a:rPr sz="1450" b="0" spc="-10" dirty="0">
                <a:solidFill>
                  <a:srgbClr val="000000"/>
                </a:solidFill>
                <a:latin typeface="Source Sans 3"/>
                <a:cs typeface="Source Sans 3"/>
              </a:rPr>
              <a:t> </a:t>
            </a:r>
            <a:r>
              <a:rPr sz="1450" b="0" dirty="0">
                <a:solidFill>
                  <a:srgbClr val="000000"/>
                </a:solidFill>
                <a:latin typeface="Source Sans 3"/>
                <a:cs typeface="Source Sans 3"/>
              </a:rPr>
              <a:t>in</a:t>
            </a:r>
            <a:r>
              <a:rPr sz="1450" b="0" spc="-15" dirty="0">
                <a:solidFill>
                  <a:srgbClr val="000000"/>
                </a:solidFill>
                <a:latin typeface="Source Sans 3"/>
                <a:cs typeface="Source Sans 3"/>
              </a:rPr>
              <a:t> </a:t>
            </a:r>
            <a:r>
              <a:rPr sz="1450" b="0" dirty="0">
                <a:solidFill>
                  <a:srgbClr val="000000"/>
                </a:solidFill>
                <a:latin typeface="Source Sans 3"/>
                <a:cs typeface="Source Sans 3"/>
              </a:rPr>
              <a:t>today's</a:t>
            </a:r>
            <a:r>
              <a:rPr sz="1450" b="0" spc="-30" dirty="0">
                <a:solidFill>
                  <a:srgbClr val="000000"/>
                </a:solidFill>
                <a:latin typeface="Source Sans 3"/>
                <a:cs typeface="Source Sans 3"/>
              </a:rPr>
              <a:t> </a:t>
            </a:r>
            <a:r>
              <a:rPr sz="1450" b="0" spc="-10" dirty="0">
                <a:solidFill>
                  <a:srgbClr val="000000"/>
                </a:solidFill>
                <a:latin typeface="Source Sans 3"/>
                <a:cs typeface="Source Sans 3"/>
              </a:rPr>
              <a:t>rapidly </a:t>
            </a:r>
            <a:r>
              <a:rPr sz="1450" b="0" dirty="0">
                <a:solidFill>
                  <a:srgbClr val="000000"/>
                </a:solidFill>
                <a:latin typeface="Source Sans 3"/>
                <a:cs typeface="Source Sans 3"/>
              </a:rPr>
              <a:t>evolving</a:t>
            </a:r>
            <a:r>
              <a:rPr sz="1450" b="0" spc="-75" dirty="0">
                <a:solidFill>
                  <a:srgbClr val="000000"/>
                </a:solidFill>
                <a:latin typeface="Source Sans 3"/>
                <a:cs typeface="Source Sans 3"/>
              </a:rPr>
              <a:t> </a:t>
            </a:r>
            <a:r>
              <a:rPr sz="1450" b="0" dirty="0">
                <a:solidFill>
                  <a:srgbClr val="000000"/>
                </a:solidFill>
                <a:latin typeface="Source Sans 3"/>
                <a:cs typeface="Source Sans 3"/>
              </a:rPr>
              <a:t>digital</a:t>
            </a:r>
            <a:r>
              <a:rPr sz="1450" b="0" spc="-35" dirty="0">
                <a:solidFill>
                  <a:srgbClr val="000000"/>
                </a:solidFill>
                <a:latin typeface="Source Sans 3"/>
                <a:cs typeface="Source Sans 3"/>
              </a:rPr>
              <a:t> </a:t>
            </a:r>
            <a:r>
              <a:rPr sz="1450" b="0" dirty="0">
                <a:solidFill>
                  <a:srgbClr val="000000"/>
                </a:solidFill>
                <a:latin typeface="Source Sans 3"/>
                <a:cs typeface="Source Sans 3"/>
              </a:rPr>
              <a:t>landscape.</a:t>
            </a:r>
            <a:r>
              <a:rPr sz="1450" b="0" spc="-25" dirty="0">
                <a:solidFill>
                  <a:srgbClr val="000000"/>
                </a:solidFill>
                <a:latin typeface="Source Sans 3"/>
                <a:cs typeface="Source Sans 3"/>
              </a:rPr>
              <a:t> </a:t>
            </a:r>
            <a:r>
              <a:rPr sz="1450" b="0" dirty="0">
                <a:solidFill>
                  <a:srgbClr val="000000"/>
                </a:solidFill>
                <a:latin typeface="Source Sans 3"/>
                <a:cs typeface="Source Sans 3"/>
              </a:rPr>
              <a:t>Our</a:t>
            </a:r>
            <a:r>
              <a:rPr sz="1450" b="0" spc="-20" dirty="0">
                <a:solidFill>
                  <a:srgbClr val="000000"/>
                </a:solidFill>
                <a:latin typeface="Source Sans 3"/>
                <a:cs typeface="Source Sans 3"/>
              </a:rPr>
              <a:t> </a:t>
            </a:r>
            <a:r>
              <a:rPr sz="1450" b="0" dirty="0">
                <a:solidFill>
                  <a:srgbClr val="000000"/>
                </a:solidFill>
                <a:latin typeface="Source Sans 3"/>
                <a:cs typeface="Source Sans 3"/>
              </a:rPr>
              <a:t>industry-backed</a:t>
            </a:r>
            <a:r>
              <a:rPr sz="1450" b="0" spc="-45" dirty="0">
                <a:solidFill>
                  <a:srgbClr val="000000"/>
                </a:solidFill>
                <a:latin typeface="Source Sans 3"/>
                <a:cs typeface="Source Sans 3"/>
              </a:rPr>
              <a:t> </a:t>
            </a:r>
            <a:r>
              <a:rPr sz="1450" b="0" dirty="0">
                <a:solidFill>
                  <a:srgbClr val="000000"/>
                </a:solidFill>
                <a:latin typeface="Source Sans 3"/>
                <a:cs typeface="Source Sans 3"/>
              </a:rPr>
              <a:t>nasscom</a:t>
            </a:r>
            <a:r>
              <a:rPr sz="1450" b="0" spc="-20" dirty="0">
                <a:solidFill>
                  <a:srgbClr val="000000"/>
                </a:solidFill>
                <a:latin typeface="Source Sans 3"/>
                <a:cs typeface="Source Sans 3"/>
              </a:rPr>
              <a:t> </a:t>
            </a:r>
            <a:r>
              <a:rPr sz="1450" b="0" dirty="0">
                <a:solidFill>
                  <a:srgbClr val="000000"/>
                </a:solidFill>
                <a:latin typeface="Source Sans 3"/>
                <a:cs typeface="Source Sans 3"/>
              </a:rPr>
              <a:t>certification</a:t>
            </a:r>
            <a:r>
              <a:rPr sz="1450" b="0" spc="-20" dirty="0">
                <a:solidFill>
                  <a:srgbClr val="000000"/>
                </a:solidFill>
                <a:latin typeface="Source Sans 3"/>
                <a:cs typeface="Source Sans 3"/>
              </a:rPr>
              <a:t> </a:t>
            </a:r>
            <a:r>
              <a:rPr sz="1450" b="0" dirty="0">
                <a:solidFill>
                  <a:srgbClr val="000000"/>
                </a:solidFill>
                <a:latin typeface="Source Sans 3"/>
                <a:cs typeface="Source Sans 3"/>
              </a:rPr>
              <a:t>programs</a:t>
            </a:r>
            <a:r>
              <a:rPr sz="1450" b="0" spc="-25" dirty="0">
                <a:solidFill>
                  <a:srgbClr val="000000"/>
                </a:solidFill>
                <a:latin typeface="Source Sans 3"/>
                <a:cs typeface="Source Sans 3"/>
              </a:rPr>
              <a:t> </a:t>
            </a:r>
            <a:r>
              <a:rPr sz="1450" b="0" dirty="0">
                <a:solidFill>
                  <a:srgbClr val="000000"/>
                </a:solidFill>
                <a:latin typeface="Source Sans 3"/>
                <a:cs typeface="Source Sans 3"/>
              </a:rPr>
              <a:t>are</a:t>
            </a:r>
            <a:r>
              <a:rPr sz="1450" b="0" spc="-20" dirty="0">
                <a:solidFill>
                  <a:srgbClr val="000000"/>
                </a:solidFill>
                <a:latin typeface="Source Sans 3"/>
                <a:cs typeface="Source Sans 3"/>
              </a:rPr>
              <a:t> </a:t>
            </a:r>
            <a:r>
              <a:rPr sz="1450" b="0" dirty="0">
                <a:solidFill>
                  <a:srgbClr val="000000"/>
                </a:solidFill>
                <a:latin typeface="Source Sans 3"/>
                <a:cs typeface="Source Sans 3"/>
              </a:rPr>
              <a:t>aligned</a:t>
            </a:r>
            <a:r>
              <a:rPr sz="1450" b="0" spc="-15" dirty="0">
                <a:solidFill>
                  <a:srgbClr val="000000"/>
                </a:solidFill>
                <a:latin typeface="Source Sans 3"/>
                <a:cs typeface="Source Sans 3"/>
              </a:rPr>
              <a:t> </a:t>
            </a:r>
            <a:r>
              <a:rPr sz="1450" b="0" dirty="0">
                <a:solidFill>
                  <a:srgbClr val="000000"/>
                </a:solidFill>
                <a:latin typeface="Source Sans 3"/>
                <a:cs typeface="Source Sans 3"/>
              </a:rPr>
              <a:t>with</a:t>
            </a:r>
            <a:r>
              <a:rPr sz="1450" b="0" spc="-15" dirty="0">
                <a:solidFill>
                  <a:srgbClr val="000000"/>
                </a:solidFill>
                <a:latin typeface="Source Sans 3"/>
                <a:cs typeface="Source Sans 3"/>
              </a:rPr>
              <a:t> </a:t>
            </a:r>
            <a:r>
              <a:rPr sz="1450" b="0" dirty="0">
                <a:solidFill>
                  <a:srgbClr val="000000"/>
                </a:solidFill>
                <a:latin typeface="Source Sans 3"/>
                <a:cs typeface="Source Sans 3"/>
              </a:rPr>
              <a:t>National</a:t>
            </a:r>
            <a:r>
              <a:rPr sz="1450" b="0" spc="-25" dirty="0">
                <a:solidFill>
                  <a:srgbClr val="000000"/>
                </a:solidFill>
                <a:latin typeface="Source Sans 3"/>
                <a:cs typeface="Source Sans 3"/>
              </a:rPr>
              <a:t> </a:t>
            </a:r>
            <a:r>
              <a:rPr sz="1450" b="0" dirty="0">
                <a:solidFill>
                  <a:srgbClr val="000000"/>
                </a:solidFill>
                <a:latin typeface="Source Sans 3"/>
                <a:cs typeface="Source Sans 3"/>
              </a:rPr>
              <a:t>Occupational</a:t>
            </a:r>
            <a:r>
              <a:rPr sz="1450" b="0" spc="-30" dirty="0">
                <a:solidFill>
                  <a:srgbClr val="000000"/>
                </a:solidFill>
                <a:latin typeface="Source Sans 3"/>
                <a:cs typeface="Source Sans 3"/>
              </a:rPr>
              <a:t> </a:t>
            </a:r>
            <a:r>
              <a:rPr sz="1450" b="0" spc="-10" dirty="0">
                <a:solidFill>
                  <a:srgbClr val="000000"/>
                </a:solidFill>
                <a:latin typeface="Source Sans 3"/>
                <a:cs typeface="Source Sans 3"/>
              </a:rPr>
              <a:t>Standards</a:t>
            </a:r>
            <a:r>
              <a:rPr sz="1450" b="0" spc="-60" dirty="0">
                <a:solidFill>
                  <a:srgbClr val="000000"/>
                </a:solidFill>
                <a:latin typeface="Source Sans 3"/>
                <a:cs typeface="Source Sans 3"/>
              </a:rPr>
              <a:t> </a:t>
            </a:r>
            <a:r>
              <a:rPr sz="1450" b="0" dirty="0">
                <a:solidFill>
                  <a:srgbClr val="000000"/>
                </a:solidFill>
                <a:latin typeface="Source Sans 3"/>
                <a:cs typeface="Source Sans 3"/>
              </a:rPr>
              <a:t>(NOS)</a:t>
            </a:r>
            <a:r>
              <a:rPr sz="1450" b="0" spc="-10" dirty="0">
                <a:solidFill>
                  <a:srgbClr val="000000"/>
                </a:solidFill>
                <a:latin typeface="Source Sans 3"/>
                <a:cs typeface="Source Sans 3"/>
              </a:rPr>
              <a:t> </a:t>
            </a:r>
            <a:r>
              <a:rPr sz="1450" b="0" spc="-25" dirty="0">
                <a:solidFill>
                  <a:srgbClr val="000000"/>
                </a:solidFill>
                <a:latin typeface="Source Sans 3"/>
                <a:cs typeface="Source Sans 3"/>
              </a:rPr>
              <a:t>and </a:t>
            </a:r>
            <a:r>
              <a:rPr sz="1450" b="0" dirty="0">
                <a:solidFill>
                  <a:srgbClr val="000000"/>
                </a:solidFill>
                <a:latin typeface="Source Sans 3"/>
                <a:cs typeface="Source Sans 3"/>
              </a:rPr>
              <a:t>National</a:t>
            </a:r>
            <a:r>
              <a:rPr sz="1450" b="0" spc="-35" dirty="0">
                <a:solidFill>
                  <a:srgbClr val="000000"/>
                </a:solidFill>
                <a:latin typeface="Source Sans 3"/>
                <a:cs typeface="Source Sans 3"/>
              </a:rPr>
              <a:t> </a:t>
            </a:r>
            <a:r>
              <a:rPr sz="1450" b="0" dirty="0">
                <a:solidFill>
                  <a:srgbClr val="000000"/>
                </a:solidFill>
                <a:latin typeface="Source Sans 3"/>
                <a:cs typeface="Source Sans 3"/>
              </a:rPr>
              <a:t>Skills </a:t>
            </a:r>
            <a:r>
              <a:rPr sz="1450" b="0" spc="-10" dirty="0">
                <a:solidFill>
                  <a:srgbClr val="000000"/>
                </a:solidFill>
                <a:latin typeface="Source Sans 3"/>
                <a:cs typeface="Source Sans 3"/>
              </a:rPr>
              <a:t>Qualification</a:t>
            </a:r>
            <a:r>
              <a:rPr sz="1450" b="0" spc="-20" dirty="0">
                <a:solidFill>
                  <a:srgbClr val="000000"/>
                </a:solidFill>
                <a:latin typeface="Source Sans 3"/>
                <a:cs typeface="Source Sans 3"/>
              </a:rPr>
              <a:t> </a:t>
            </a:r>
            <a:r>
              <a:rPr sz="1450" b="0" dirty="0">
                <a:solidFill>
                  <a:srgbClr val="000000"/>
                </a:solidFill>
                <a:latin typeface="Source Sans 3"/>
                <a:cs typeface="Source Sans 3"/>
              </a:rPr>
              <a:t>Framework</a:t>
            </a:r>
            <a:r>
              <a:rPr sz="1450" b="0" spc="-45" dirty="0">
                <a:solidFill>
                  <a:srgbClr val="000000"/>
                </a:solidFill>
                <a:latin typeface="Source Sans 3"/>
                <a:cs typeface="Source Sans 3"/>
              </a:rPr>
              <a:t> </a:t>
            </a:r>
            <a:r>
              <a:rPr sz="1450" b="0" dirty="0">
                <a:solidFill>
                  <a:srgbClr val="000000"/>
                </a:solidFill>
                <a:latin typeface="Source Sans 3"/>
                <a:cs typeface="Source Sans 3"/>
              </a:rPr>
              <a:t>(NSQF),</a:t>
            </a:r>
            <a:r>
              <a:rPr sz="1450" b="0" spc="-25" dirty="0">
                <a:solidFill>
                  <a:srgbClr val="000000"/>
                </a:solidFill>
                <a:latin typeface="Source Sans 3"/>
                <a:cs typeface="Source Sans 3"/>
              </a:rPr>
              <a:t> </a:t>
            </a:r>
            <a:r>
              <a:rPr sz="1450" b="0" dirty="0">
                <a:solidFill>
                  <a:srgbClr val="000000"/>
                </a:solidFill>
                <a:latin typeface="Source Sans 3"/>
                <a:cs typeface="Source Sans 3"/>
              </a:rPr>
              <a:t>enabling</a:t>
            </a:r>
            <a:r>
              <a:rPr sz="1450" b="0" spc="-15" dirty="0">
                <a:solidFill>
                  <a:srgbClr val="000000"/>
                </a:solidFill>
                <a:latin typeface="Source Sans 3"/>
                <a:cs typeface="Source Sans 3"/>
              </a:rPr>
              <a:t> </a:t>
            </a:r>
            <a:r>
              <a:rPr sz="1450" b="0" dirty="0">
                <a:solidFill>
                  <a:srgbClr val="000000"/>
                </a:solidFill>
                <a:latin typeface="Source Sans 3"/>
                <a:cs typeface="Source Sans 3"/>
              </a:rPr>
              <a:t>learners</a:t>
            </a:r>
            <a:r>
              <a:rPr sz="1450" b="0" spc="-20" dirty="0">
                <a:solidFill>
                  <a:srgbClr val="000000"/>
                </a:solidFill>
                <a:latin typeface="Source Sans 3"/>
                <a:cs typeface="Source Sans 3"/>
              </a:rPr>
              <a:t> </a:t>
            </a:r>
            <a:r>
              <a:rPr sz="1450" b="0" dirty="0">
                <a:solidFill>
                  <a:srgbClr val="000000"/>
                </a:solidFill>
                <a:latin typeface="Source Sans 3"/>
                <a:cs typeface="Source Sans 3"/>
              </a:rPr>
              <a:t>to acquire</a:t>
            </a:r>
            <a:r>
              <a:rPr sz="1450" b="0" spc="-15" dirty="0">
                <a:solidFill>
                  <a:srgbClr val="000000"/>
                </a:solidFill>
                <a:latin typeface="Source Sans 3"/>
                <a:cs typeface="Source Sans 3"/>
              </a:rPr>
              <a:t> </a:t>
            </a:r>
            <a:r>
              <a:rPr sz="1450" b="0" dirty="0">
                <a:solidFill>
                  <a:srgbClr val="000000"/>
                </a:solidFill>
                <a:latin typeface="Source Sans 3"/>
                <a:cs typeface="Source Sans 3"/>
              </a:rPr>
              <a:t>in-demand</a:t>
            </a:r>
            <a:r>
              <a:rPr sz="1450" b="0" spc="-35" dirty="0">
                <a:solidFill>
                  <a:srgbClr val="000000"/>
                </a:solidFill>
                <a:latin typeface="Source Sans 3"/>
                <a:cs typeface="Source Sans 3"/>
              </a:rPr>
              <a:t> </a:t>
            </a:r>
            <a:r>
              <a:rPr sz="1450" b="0" dirty="0">
                <a:solidFill>
                  <a:srgbClr val="000000"/>
                </a:solidFill>
                <a:latin typeface="Source Sans 3"/>
                <a:cs typeface="Source Sans 3"/>
              </a:rPr>
              <a:t>skills</a:t>
            </a:r>
            <a:r>
              <a:rPr sz="1450" b="0" spc="-5" dirty="0">
                <a:solidFill>
                  <a:srgbClr val="000000"/>
                </a:solidFill>
                <a:latin typeface="Source Sans 3"/>
                <a:cs typeface="Source Sans 3"/>
              </a:rPr>
              <a:t> </a:t>
            </a:r>
            <a:r>
              <a:rPr sz="1450" b="0" dirty="0">
                <a:solidFill>
                  <a:srgbClr val="000000"/>
                </a:solidFill>
                <a:latin typeface="Source Sans 3"/>
                <a:cs typeface="Source Sans 3"/>
              </a:rPr>
              <a:t>that</a:t>
            </a:r>
            <a:r>
              <a:rPr sz="1450" b="0" spc="-25" dirty="0">
                <a:solidFill>
                  <a:srgbClr val="000000"/>
                </a:solidFill>
                <a:latin typeface="Source Sans 3"/>
                <a:cs typeface="Source Sans 3"/>
              </a:rPr>
              <a:t> </a:t>
            </a:r>
            <a:r>
              <a:rPr sz="1450" b="0" dirty="0">
                <a:solidFill>
                  <a:srgbClr val="000000"/>
                </a:solidFill>
                <a:latin typeface="Source Sans 3"/>
                <a:cs typeface="Source Sans 3"/>
              </a:rPr>
              <a:t>are highly</a:t>
            </a:r>
            <a:r>
              <a:rPr sz="1450" b="0" spc="-25" dirty="0">
                <a:solidFill>
                  <a:srgbClr val="000000"/>
                </a:solidFill>
                <a:latin typeface="Source Sans 3"/>
                <a:cs typeface="Source Sans 3"/>
              </a:rPr>
              <a:t> </a:t>
            </a:r>
            <a:r>
              <a:rPr sz="1450" b="0" dirty="0">
                <a:solidFill>
                  <a:srgbClr val="000000"/>
                </a:solidFill>
                <a:latin typeface="Source Sans 3"/>
                <a:cs typeface="Source Sans 3"/>
              </a:rPr>
              <a:t>valued</a:t>
            </a:r>
            <a:r>
              <a:rPr sz="1450" b="0" spc="-15" dirty="0">
                <a:solidFill>
                  <a:srgbClr val="000000"/>
                </a:solidFill>
                <a:latin typeface="Source Sans 3"/>
                <a:cs typeface="Source Sans 3"/>
              </a:rPr>
              <a:t> </a:t>
            </a:r>
            <a:r>
              <a:rPr sz="1450" b="0" dirty="0">
                <a:solidFill>
                  <a:srgbClr val="000000"/>
                </a:solidFill>
                <a:latin typeface="Source Sans 3"/>
                <a:cs typeface="Source Sans 3"/>
              </a:rPr>
              <a:t>by</a:t>
            </a:r>
            <a:r>
              <a:rPr sz="1450" b="0" spc="-20" dirty="0">
                <a:solidFill>
                  <a:srgbClr val="000000"/>
                </a:solidFill>
                <a:latin typeface="Source Sans 3"/>
                <a:cs typeface="Source Sans 3"/>
              </a:rPr>
              <a:t> </a:t>
            </a:r>
            <a:r>
              <a:rPr sz="1450" b="0" spc="-10" dirty="0">
                <a:solidFill>
                  <a:srgbClr val="000000"/>
                </a:solidFill>
                <a:latin typeface="Source Sans 3"/>
                <a:cs typeface="Source Sans 3"/>
              </a:rPr>
              <a:t>employers.</a:t>
            </a:r>
            <a:endParaRPr sz="1450">
              <a:latin typeface="Source Sans 3"/>
              <a:cs typeface="Source Sans 3"/>
            </a:endParaRPr>
          </a:p>
        </p:txBody>
      </p:sp>
      <p:sp>
        <p:nvSpPr>
          <p:cNvPr id="50" name="object 50" descr="$PPTXTitle"/>
          <p:cNvSpPr txBox="1">
            <a:spLocks noGrp="1"/>
          </p:cNvSpPr>
          <p:nvPr>
            <p:ph type="title"/>
          </p:nvPr>
        </p:nvSpPr>
        <p:spPr>
          <a:xfrm>
            <a:off x="3413982" y="280848"/>
            <a:ext cx="4495800" cy="7715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solidFill>
                  <a:srgbClr val="C00000"/>
                </a:solidFill>
              </a:rPr>
              <a:t>FutureSkills</a:t>
            </a:r>
            <a:r>
              <a:rPr sz="2800" spc="-140" dirty="0">
                <a:solidFill>
                  <a:srgbClr val="C00000"/>
                </a:solidFill>
              </a:rPr>
              <a:t> </a:t>
            </a:r>
            <a:r>
              <a:rPr sz="2800" spc="-20" dirty="0">
                <a:solidFill>
                  <a:srgbClr val="C00000"/>
                </a:solidFill>
              </a:rPr>
              <a:t>Prime</a:t>
            </a:r>
            <a:endParaRPr sz="2800" dirty="0"/>
          </a:p>
          <a:p>
            <a:pPr algn="ctr">
              <a:lnSpc>
                <a:spcPct val="100000"/>
              </a:lnSpc>
              <a:spcBef>
                <a:spcPts val="114"/>
              </a:spcBef>
            </a:pPr>
            <a:r>
              <a:rPr sz="2000" b="0" dirty="0">
                <a:solidFill>
                  <a:srgbClr val="C00000"/>
                </a:solidFill>
                <a:latin typeface="Lucida Sans Unicode"/>
                <a:cs typeface="Lucida Sans Unicode"/>
              </a:rPr>
              <a:t>A</a:t>
            </a:r>
            <a:r>
              <a:rPr sz="2000" b="0" spc="-20" dirty="0">
                <a:solidFill>
                  <a:srgbClr val="C00000"/>
                </a:solidFill>
                <a:latin typeface="Lucida Sans Unicode"/>
                <a:cs typeface="Lucida Sans Unicode"/>
              </a:rPr>
              <a:t> </a:t>
            </a:r>
            <a:r>
              <a:rPr sz="2000" b="0" dirty="0">
                <a:solidFill>
                  <a:srgbClr val="C00000"/>
                </a:solidFill>
                <a:latin typeface="Lucida Sans Unicode"/>
                <a:cs typeface="Lucida Sans Unicode"/>
              </a:rPr>
              <a:t>Govt.</a:t>
            </a:r>
            <a:r>
              <a:rPr sz="2000" b="0" spc="-20" dirty="0">
                <a:solidFill>
                  <a:srgbClr val="C00000"/>
                </a:solidFill>
                <a:latin typeface="Lucida Sans Unicode"/>
                <a:cs typeface="Lucida Sans Unicode"/>
              </a:rPr>
              <a:t> </a:t>
            </a:r>
            <a:r>
              <a:rPr sz="2000" b="0" dirty="0">
                <a:solidFill>
                  <a:srgbClr val="C00000"/>
                </a:solidFill>
                <a:latin typeface="Lucida Sans Unicode"/>
                <a:cs typeface="Lucida Sans Unicode"/>
              </a:rPr>
              <a:t>of</a:t>
            </a:r>
            <a:r>
              <a:rPr sz="2000" b="0" spc="-25" dirty="0">
                <a:solidFill>
                  <a:srgbClr val="C00000"/>
                </a:solidFill>
                <a:latin typeface="Lucida Sans Unicode"/>
                <a:cs typeface="Lucida Sans Unicode"/>
              </a:rPr>
              <a:t> </a:t>
            </a:r>
            <a:r>
              <a:rPr sz="2000" b="0" dirty="0">
                <a:solidFill>
                  <a:srgbClr val="C00000"/>
                </a:solidFill>
                <a:latin typeface="Lucida Sans Unicode"/>
                <a:cs typeface="Lucida Sans Unicode"/>
              </a:rPr>
              <a:t>India</a:t>
            </a:r>
            <a:r>
              <a:rPr sz="2000" b="0" spc="-30" dirty="0">
                <a:solidFill>
                  <a:srgbClr val="C00000"/>
                </a:solidFill>
                <a:latin typeface="Lucida Sans Unicode"/>
                <a:cs typeface="Lucida Sans Unicode"/>
              </a:rPr>
              <a:t> </a:t>
            </a:r>
            <a:r>
              <a:rPr sz="2000" b="0" dirty="0">
                <a:solidFill>
                  <a:srgbClr val="C00000"/>
                </a:solidFill>
                <a:latin typeface="Lucida Sans Unicode"/>
                <a:cs typeface="Lucida Sans Unicode"/>
              </a:rPr>
              <a:t>&amp;</a:t>
            </a:r>
            <a:r>
              <a:rPr sz="2000" b="0" spc="-10" dirty="0">
                <a:solidFill>
                  <a:srgbClr val="C00000"/>
                </a:solidFill>
                <a:latin typeface="Lucida Sans Unicode"/>
                <a:cs typeface="Lucida Sans Unicode"/>
              </a:rPr>
              <a:t> </a:t>
            </a:r>
            <a:r>
              <a:rPr sz="2000" b="0" dirty="0">
                <a:solidFill>
                  <a:srgbClr val="C00000"/>
                </a:solidFill>
                <a:latin typeface="Lucida Sans Unicode"/>
                <a:cs typeface="Lucida Sans Unicode"/>
              </a:rPr>
              <a:t>nasscom</a:t>
            </a:r>
            <a:r>
              <a:rPr sz="2000" b="0" spc="-35" dirty="0">
                <a:solidFill>
                  <a:srgbClr val="C00000"/>
                </a:solidFill>
                <a:latin typeface="Lucida Sans Unicode"/>
                <a:cs typeface="Lucida Sans Unicode"/>
              </a:rPr>
              <a:t> </a:t>
            </a:r>
            <a:r>
              <a:rPr sz="2000" b="0" spc="-10" dirty="0">
                <a:solidFill>
                  <a:srgbClr val="C00000"/>
                </a:solidFill>
                <a:latin typeface="Lucida Sans Unicode"/>
                <a:cs typeface="Lucida Sans Unicode"/>
              </a:rPr>
              <a:t>initiative</a:t>
            </a:r>
            <a:endParaRPr sz="2000" dirty="0">
              <a:latin typeface="Lucida Sans Unicode"/>
              <a:cs typeface="Lucida Sans Unicode"/>
            </a:endParaRPr>
          </a:p>
        </p:txBody>
      </p:sp>
      <p:pic>
        <p:nvPicPr>
          <p:cNvPr id="51" name="object 51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9433570" y="252394"/>
            <a:ext cx="2514959" cy="562048"/>
          </a:xfrm>
          <a:prstGeom prst="rect">
            <a:avLst/>
          </a:prstGeom>
        </p:spPr>
      </p:pic>
      <p:grpSp>
        <p:nvGrpSpPr>
          <p:cNvPr id="52" name="object 52"/>
          <p:cNvGrpSpPr/>
          <p:nvPr/>
        </p:nvGrpSpPr>
        <p:grpSpPr>
          <a:xfrm>
            <a:off x="529259" y="-10"/>
            <a:ext cx="7244080" cy="100330"/>
            <a:chOff x="529259" y="-10"/>
            <a:chExt cx="7244080" cy="100330"/>
          </a:xfrm>
        </p:grpSpPr>
        <p:sp>
          <p:nvSpPr>
            <p:cNvPr id="53" name="object 53"/>
            <p:cNvSpPr/>
            <p:nvPr/>
          </p:nvSpPr>
          <p:spPr>
            <a:xfrm>
              <a:off x="529259" y="-10"/>
              <a:ext cx="1449070" cy="100330"/>
            </a:xfrm>
            <a:custGeom>
              <a:avLst/>
              <a:gdLst/>
              <a:ahLst/>
              <a:cxnLst/>
              <a:rect l="l" t="t" r="r" b="b"/>
              <a:pathLst>
                <a:path w="1449070" h="100330">
                  <a:moveTo>
                    <a:pt x="1448815" y="0"/>
                  </a:moveTo>
                  <a:lnTo>
                    <a:pt x="0" y="0"/>
                  </a:lnTo>
                  <a:lnTo>
                    <a:pt x="0" y="100213"/>
                  </a:lnTo>
                  <a:lnTo>
                    <a:pt x="1448815" y="100213"/>
                  </a:lnTo>
                  <a:lnTo>
                    <a:pt x="1448815" y="0"/>
                  </a:lnTo>
                  <a:close/>
                </a:path>
              </a:pathLst>
            </a:custGeom>
            <a:solidFill>
              <a:srgbClr val="2435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1978024" y="-10"/>
              <a:ext cx="1449070" cy="100330"/>
            </a:xfrm>
            <a:custGeom>
              <a:avLst/>
              <a:gdLst/>
              <a:ahLst/>
              <a:cxnLst/>
              <a:rect l="l" t="t" r="r" b="b"/>
              <a:pathLst>
                <a:path w="1449070" h="100330">
                  <a:moveTo>
                    <a:pt x="1448815" y="0"/>
                  </a:moveTo>
                  <a:lnTo>
                    <a:pt x="0" y="0"/>
                  </a:lnTo>
                  <a:lnTo>
                    <a:pt x="0" y="100213"/>
                  </a:lnTo>
                  <a:lnTo>
                    <a:pt x="1448815" y="100213"/>
                  </a:lnTo>
                  <a:lnTo>
                    <a:pt x="1448815" y="0"/>
                  </a:lnTo>
                  <a:close/>
                </a:path>
              </a:pathLst>
            </a:custGeom>
            <a:solidFill>
              <a:srgbClr val="1780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426841" y="-10"/>
              <a:ext cx="1449070" cy="100330"/>
            </a:xfrm>
            <a:custGeom>
              <a:avLst/>
              <a:gdLst/>
              <a:ahLst/>
              <a:cxnLst/>
              <a:rect l="l" t="t" r="r" b="b"/>
              <a:pathLst>
                <a:path w="1449070" h="100330">
                  <a:moveTo>
                    <a:pt x="1448815" y="0"/>
                  </a:moveTo>
                  <a:lnTo>
                    <a:pt x="0" y="0"/>
                  </a:lnTo>
                  <a:lnTo>
                    <a:pt x="0" y="100213"/>
                  </a:lnTo>
                  <a:lnTo>
                    <a:pt x="1448815" y="100213"/>
                  </a:lnTo>
                  <a:lnTo>
                    <a:pt x="1448815" y="0"/>
                  </a:lnTo>
                  <a:close/>
                </a:path>
              </a:pathLst>
            </a:custGeom>
            <a:solidFill>
              <a:srgbClr val="ED45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875656" y="-10"/>
              <a:ext cx="1449070" cy="100330"/>
            </a:xfrm>
            <a:custGeom>
              <a:avLst/>
              <a:gdLst/>
              <a:ahLst/>
              <a:cxnLst/>
              <a:rect l="l" t="t" r="r" b="b"/>
              <a:pathLst>
                <a:path w="1449070" h="100330">
                  <a:moveTo>
                    <a:pt x="1448815" y="0"/>
                  </a:moveTo>
                  <a:lnTo>
                    <a:pt x="0" y="0"/>
                  </a:lnTo>
                  <a:lnTo>
                    <a:pt x="0" y="100213"/>
                  </a:lnTo>
                  <a:lnTo>
                    <a:pt x="1448815" y="100213"/>
                  </a:lnTo>
                  <a:lnTo>
                    <a:pt x="1448815" y="0"/>
                  </a:lnTo>
                  <a:close/>
                </a:path>
              </a:pathLst>
            </a:custGeom>
            <a:solidFill>
              <a:srgbClr val="FFC5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6324473" y="-10"/>
              <a:ext cx="1449070" cy="100330"/>
            </a:xfrm>
            <a:custGeom>
              <a:avLst/>
              <a:gdLst/>
              <a:ahLst/>
              <a:cxnLst/>
              <a:rect l="l" t="t" r="r" b="b"/>
              <a:pathLst>
                <a:path w="1449070" h="100330">
                  <a:moveTo>
                    <a:pt x="1448816" y="0"/>
                  </a:moveTo>
                  <a:lnTo>
                    <a:pt x="0" y="0"/>
                  </a:lnTo>
                  <a:lnTo>
                    <a:pt x="0" y="100213"/>
                  </a:lnTo>
                  <a:lnTo>
                    <a:pt x="1448816" y="100213"/>
                  </a:lnTo>
                  <a:lnTo>
                    <a:pt x="1448816" y="0"/>
                  </a:lnTo>
                  <a:close/>
                </a:path>
              </a:pathLst>
            </a:custGeom>
            <a:solidFill>
              <a:srgbClr val="34A7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362680D-7F91-58F0-83BE-BD0CFFFA7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 Placeholder 134">
            <a:extLst>
              <a:ext uri="{FF2B5EF4-FFF2-40B4-BE49-F238E27FC236}">
                <a16:creationId xmlns:a16="http://schemas.microsoft.com/office/drawing/2014/main" id="{3782ECA6-D4D7-CB76-C01D-DD828C0B437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8745" y="1344676"/>
            <a:ext cx="9064752" cy="511175"/>
          </a:xfrm>
        </p:spPr>
        <p:txBody>
          <a:bodyPr/>
          <a:lstStyle/>
          <a:p>
            <a:r>
              <a:rPr lang="en-US" dirty="0"/>
              <a:t>At-a-glance</a:t>
            </a:r>
          </a:p>
        </p:txBody>
      </p:sp>
      <p:sp>
        <p:nvSpPr>
          <p:cNvPr id="136" name="Text Placeholder 135">
            <a:extLst>
              <a:ext uri="{FF2B5EF4-FFF2-40B4-BE49-F238E27FC236}">
                <a16:creationId xmlns:a16="http://schemas.microsoft.com/office/drawing/2014/main" id="{528010CD-C04F-BCAF-2603-C1648609A3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46376" y="2912985"/>
            <a:ext cx="1291527" cy="912008"/>
          </a:xfrm>
        </p:spPr>
        <p:txBody>
          <a:bodyPr/>
          <a:lstStyle/>
          <a:p>
            <a:pPr algn="ctr"/>
            <a:r>
              <a:rPr lang="en-US" sz="2000" dirty="0"/>
              <a:t>Step 1</a:t>
            </a:r>
          </a:p>
        </p:txBody>
      </p:sp>
      <p:sp>
        <p:nvSpPr>
          <p:cNvPr id="141" name="Text Placeholder 140">
            <a:extLst>
              <a:ext uri="{FF2B5EF4-FFF2-40B4-BE49-F238E27FC236}">
                <a16:creationId xmlns:a16="http://schemas.microsoft.com/office/drawing/2014/main" id="{E958AA0E-04AB-7F03-A1FC-CCC119507FD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54369" y="3585191"/>
            <a:ext cx="1618330" cy="778652"/>
          </a:xfrm>
        </p:spPr>
        <p:txBody>
          <a:bodyPr/>
          <a:lstStyle/>
          <a:p>
            <a:pPr algn="ctr"/>
            <a:r>
              <a:rPr lang="en-US" sz="1600" dirty="0"/>
              <a:t>Signup on Future Skill Prime Portal</a:t>
            </a:r>
          </a:p>
        </p:txBody>
      </p:sp>
      <p:sp>
        <p:nvSpPr>
          <p:cNvPr id="139" name="Text Placeholder 138">
            <a:extLst>
              <a:ext uri="{FF2B5EF4-FFF2-40B4-BE49-F238E27FC236}">
                <a16:creationId xmlns:a16="http://schemas.microsoft.com/office/drawing/2014/main" id="{CE1F6E9E-DD98-B2DB-7ED8-747607CBE23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89896" y="2910011"/>
            <a:ext cx="1192837" cy="437916"/>
          </a:xfrm>
        </p:spPr>
        <p:txBody>
          <a:bodyPr/>
          <a:lstStyle/>
          <a:p>
            <a:pPr algn="ctr"/>
            <a:r>
              <a:rPr lang="en-US" sz="2000" dirty="0"/>
              <a:t>Step 4</a:t>
            </a:r>
          </a:p>
        </p:txBody>
      </p:sp>
      <p:sp>
        <p:nvSpPr>
          <p:cNvPr id="137" name="Text Placeholder 136">
            <a:extLst>
              <a:ext uri="{FF2B5EF4-FFF2-40B4-BE49-F238E27FC236}">
                <a16:creationId xmlns:a16="http://schemas.microsoft.com/office/drawing/2014/main" id="{0F59EB97-FFC5-A5F9-1ED8-DF0D2A4AC06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037650" y="2911591"/>
            <a:ext cx="1128342" cy="689224"/>
          </a:xfrm>
        </p:spPr>
        <p:txBody>
          <a:bodyPr/>
          <a:lstStyle/>
          <a:p>
            <a:pPr algn="ctr"/>
            <a:r>
              <a:rPr lang="en-US" sz="2000" dirty="0"/>
              <a:t>Step 2</a:t>
            </a:r>
          </a:p>
        </p:txBody>
      </p:sp>
      <p:sp>
        <p:nvSpPr>
          <p:cNvPr id="142" name="Text Placeholder 141">
            <a:extLst>
              <a:ext uri="{FF2B5EF4-FFF2-40B4-BE49-F238E27FC236}">
                <a16:creationId xmlns:a16="http://schemas.microsoft.com/office/drawing/2014/main" id="{DE365821-C082-4654-8603-EAA4D8D78E3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55079" y="3610479"/>
            <a:ext cx="1377419" cy="778652"/>
          </a:xfrm>
        </p:spPr>
        <p:txBody>
          <a:bodyPr/>
          <a:lstStyle/>
          <a:p>
            <a:pPr algn="ctr"/>
            <a:r>
              <a:rPr lang="en-US" sz="1600" dirty="0"/>
              <a:t>Complete The Internship With HCL</a:t>
            </a:r>
          </a:p>
        </p:txBody>
      </p:sp>
      <p:sp>
        <p:nvSpPr>
          <p:cNvPr id="140" name="Text Placeholder 139">
            <a:extLst>
              <a:ext uri="{FF2B5EF4-FFF2-40B4-BE49-F238E27FC236}">
                <a16:creationId xmlns:a16="http://schemas.microsoft.com/office/drawing/2014/main" id="{5E92B729-4B7D-F44C-4495-6DE5539C64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338018" y="2910011"/>
            <a:ext cx="1192837" cy="689216"/>
          </a:xfrm>
        </p:spPr>
        <p:txBody>
          <a:bodyPr/>
          <a:lstStyle/>
          <a:p>
            <a:pPr algn="ctr"/>
            <a:r>
              <a:rPr lang="en-US" sz="2000" dirty="0"/>
              <a:t>Step 5</a:t>
            </a:r>
          </a:p>
        </p:txBody>
      </p:sp>
      <p:sp>
        <p:nvSpPr>
          <p:cNvPr id="138" name="Text Placeholder 137">
            <a:extLst>
              <a:ext uri="{FF2B5EF4-FFF2-40B4-BE49-F238E27FC236}">
                <a16:creationId xmlns:a16="http://schemas.microsoft.com/office/drawing/2014/main" id="{E6C397FF-9AC6-7A9C-A8E5-4D00C3BFFB3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85706" y="2920103"/>
            <a:ext cx="1171600" cy="513962"/>
          </a:xfrm>
        </p:spPr>
        <p:txBody>
          <a:bodyPr/>
          <a:lstStyle/>
          <a:p>
            <a:pPr algn="ctr"/>
            <a:r>
              <a:rPr lang="en-US" sz="2000" dirty="0"/>
              <a:t>Step 3</a:t>
            </a:r>
          </a:p>
        </p:txBody>
      </p:sp>
      <p:sp>
        <p:nvSpPr>
          <p:cNvPr id="145" name="Text Placeholder 144">
            <a:extLst>
              <a:ext uri="{FF2B5EF4-FFF2-40B4-BE49-F238E27FC236}">
                <a16:creationId xmlns:a16="http://schemas.microsoft.com/office/drawing/2014/main" id="{7DF8D058-7C8C-D494-8FE6-CAD777AE506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955320" y="3635581"/>
            <a:ext cx="2090928" cy="575313"/>
          </a:xfrm>
        </p:spPr>
        <p:txBody>
          <a:bodyPr/>
          <a:lstStyle/>
          <a:p>
            <a:pPr algn="ctr"/>
            <a:r>
              <a:rPr lang="en-US" sz="1600" dirty="0"/>
              <a:t>Apply for GOI incentive after final Completion of Internship when directed by the Faculties</a:t>
            </a:r>
          </a:p>
        </p:txBody>
      </p:sp>
      <p:sp>
        <p:nvSpPr>
          <p:cNvPr id="304" name="Slide Number Placeholder 303">
            <a:extLst>
              <a:ext uri="{FF2B5EF4-FFF2-40B4-BE49-F238E27FC236}">
                <a16:creationId xmlns:a16="http://schemas.microsoft.com/office/drawing/2014/main" id="{13218E33-379F-0CFD-DF10-715B52D83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8616" y="6072886"/>
            <a:ext cx="2743200" cy="365125"/>
          </a:xfrm>
        </p:spPr>
        <p:txBody>
          <a:bodyPr/>
          <a:lstStyle/>
          <a:p>
            <a:r>
              <a:rPr lang="en-US" dirty="0"/>
              <a:t>0</a:t>
            </a:r>
            <a:fld id="{E6B975A5-EA91-314B-AF62-F6E264554D2F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143" name="Text Placeholder 142">
            <a:extLst>
              <a:ext uri="{FF2B5EF4-FFF2-40B4-BE49-F238E27FC236}">
                <a16:creationId xmlns:a16="http://schemas.microsoft.com/office/drawing/2014/main" id="{DF1F514D-B200-3888-F171-F034EB84B89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932650" y="3569793"/>
            <a:ext cx="1377419" cy="683527"/>
          </a:xfrm>
        </p:spPr>
        <p:txBody>
          <a:bodyPr/>
          <a:lstStyle/>
          <a:p>
            <a:pPr algn="ctr"/>
            <a:r>
              <a:rPr lang="en-US" sz="1600" dirty="0"/>
              <a:t>Complete GOI Registration</a:t>
            </a:r>
          </a:p>
        </p:txBody>
      </p:sp>
      <p:sp>
        <p:nvSpPr>
          <p:cNvPr id="134" name="Title 133">
            <a:extLst>
              <a:ext uri="{FF2B5EF4-FFF2-40B4-BE49-F238E27FC236}">
                <a16:creationId xmlns:a16="http://schemas.microsoft.com/office/drawing/2014/main" id="{C89B5D42-98D8-F70C-56DE-32846DC0F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744" y="209677"/>
            <a:ext cx="9064752" cy="1097915"/>
          </a:xfrm>
        </p:spPr>
        <p:txBody>
          <a:bodyPr/>
          <a:lstStyle/>
          <a:p>
            <a:r>
              <a:rPr lang="en-US" dirty="0"/>
              <a:t>Project Steps  </a:t>
            </a:r>
          </a:p>
        </p:txBody>
      </p: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88CA7603-E25A-9E58-3EAF-008E0BF20E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199568" y="1475740"/>
            <a:ext cx="3291058" cy="0"/>
          </a:xfrm>
          <a:prstGeom prst="line">
            <a:avLst/>
          </a:prstGeom>
          <a:ln w="28575">
            <a:gradFill>
              <a:gsLst>
                <a:gs pos="0">
                  <a:schemeClr val="accent1"/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216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Group 40">
            <a:extLst>
              <a:ext uri="{FF2B5EF4-FFF2-40B4-BE49-F238E27FC236}">
                <a16:creationId xmlns:a16="http://schemas.microsoft.com/office/drawing/2014/main" id="{ED4B0331-8617-058A-1205-EBF8F32EB047}"/>
              </a:ext>
            </a:extLst>
          </p:cNvPr>
          <p:cNvGrpSpPr/>
          <p:nvPr/>
        </p:nvGrpSpPr>
        <p:grpSpPr>
          <a:xfrm>
            <a:off x="772311" y="3094505"/>
            <a:ext cx="10619826" cy="705265"/>
            <a:chOff x="673608" y="2855919"/>
            <a:chExt cx="10619826" cy="705265"/>
          </a:xfrm>
        </p:grpSpPr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1A67245-AEA1-1807-5258-4CB6FEA0B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>
              <a:off x="673608" y="3231306"/>
              <a:ext cx="10619826" cy="0"/>
            </a:xfrm>
            <a:prstGeom prst="line">
              <a:avLst/>
            </a:prstGeom>
            <a:ln w="28575">
              <a:gradFill>
                <a:gsLst>
                  <a:gs pos="0">
                    <a:schemeClr val="accent1"/>
                  </a:gs>
                  <a:gs pos="100000">
                    <a:schemeClr val="accent2">
                      <a:lumMod val="60000"/>
                      <a:lumOff val="40000"/>
                    </a:schemeClr>
                  </a:gs>
                </a:gsLst>
                <a:lin ang="216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A06A7A36-4950-4565-1D06-7146B84010E0}"/>
                </a:ext>
              </a:extLst>
            </p:cNvPr>
            <p:cNvSpPr/>
            <p:nvPr/>
          </p:nvSpPr>
          <p:spPr>
            <a:xfrm>
              <a:off x="1780458" y="2926956"/>
              <a:ext cx="197566" cy="575308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32EACBED-B22C-DBB6-BC32-7B77B5B945EA}"/>
                </a:ext>
              </a:extLst>
            </p:cNvPr>
            <p:cNvSpPr/>
            <p:nvPr/>
          </p:nvSpPr>
          <p:spPr>
            <a:xfrm>
              <a:off x="3218621" y="2972730"/>
              <a:ext cx="197566" cy="575308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382FD724-FD4F-D5F2-06D9-9125A0DEC460}"/>
                </a:ext>
              </a:extLst>
            </p:cNvPr>
            <p:cNvSpPr/>
            <p:nvPr/>
          </p:nvSpPr>
          <p:spPr>
            <a:xfrm>
              <a:off x="4622811" y="2985876"/>
              <a:ext cx="197566" cy="575308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D2454C1A-08AE-FF3F-AB92-2D5A876E2E19}"/>
                </a:ext>
              </a:extLst>
            </p:cNvPr>
            <p:cNvSpPr/>
            <p:nvPr/>
          </p:nvSpPr>
          <p:spPr>
            <a:xfrm>
              <a:off x="8571531" y="2855919"/>
              <a:ext cx="197566" cy="575308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44E60731-57B2-099F-EBB4-C44559D4DCBF}"/>
              </a:ext>
            </a:extLst>
          </p:cNvPr>
          <p:cNvSpPr txBox="1"/>
          <p:nvPr/>
        </p:nvSpPr>
        <p:spPr>
          <a:xfrm>
            <a:off x="283464" y="6245352"/>
            <a:ext cx="5907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/>
              <a:t>* One free attempt</a:t>
            </a:r>
          </a:p>
        </p:txBody>
      </p:sp>
      <p:pic>
        <p:nvPicPr>
          <p:cNvPr id="3" name="object 51">
            <a:extLst>
              <a:ext uri="{FF2B5EF4-FFF2-40B4-BE49-F238E27FC236}">
                <a16:creationId xmlns:a16="http://schemas.microsoft.com/office/drawing/2014/main" id="{4729C545-207A-C57C-D004-A351C44551C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33570" y="252394"/>
            <a:ext cx="2514959" cy="562048"/>
          </a:xfrm>
          <a:prstGeom prst="rect">
            <a:avLst/>
          </a:prstGeom>
        </p:spPr>
      </p:pic>
      <p:grpSp>
        <p:nvGrpSpPr>
          <p:cNvPr id="4" name="object 52">
            <a:extLst>
              <a:ext uri="{FF2B5EF4-FFF2-40B4-BE49-F238E27FC236}">
                <a16:creationId xmlns:a16="http://schemas.microsoft.com/office/drawing/2014/main" id="{AB5B48D7-4BFF-5BE6-4E16-95E08E47EF84}"/>
              </a:ext>
            </a:extLst>
          </p:cNvPr>
          <p:cNvGrpSpPr/>
          <p:nvPr/>
        </p:nvGrpSpPr>
        <p:grpSpPr>
          <a:xfrm>
            <a:off x="529259" y="-10"/>
            <a:ext cx="7244080" cy="100330"/>
            <a:chOff x="529259" y="-10"/>
            <a:chExt cx="7244080" cy="100330"/>
          </a:xfrm>
        </p:grpSpPr>
        <p:sp>
          <p:nvSpPr>
            <p:cNvPr id="5" name="object 53">
              <a:extLst>
                <a:ext uri="{FF2B5EF4-FFF2-40B4-BE49-F238E27FC236}">
                  <a16:creationId xmlns:a16="http://schemas.microsoft.com/office/drawing/2014/main" id="{4B3B7B41-CD66-7632-9531-A18C3ECB71EE}"/>
                </a:ext>
              </a:extLst>
            </p:cNvPr>
            <p:cNvSpPr/>
            <p:nvPr/>
          </p:nvSpPr>
          <p:spPr>
            <a:xfrm>
              <a:off x="529259" y="-10"/>
              <a:ext cx="1449070" cy="100330"/>
            </a:xfrm>
            <a:custGeom>
              <a:avLst/>
              <a:gdLst/>
              <a:ahLst/>
              <a:cxnLst/>
              <a:rect l="l" t="t" r="r" b="b"/>
              <a:pathLst>
                <a:path w="1449070" h="100330">
                  <a:moveTo>
                    <a:pt x="1448815" y="0"/>
                  </a:moveTo>
                  <a:lnTo>
                    <a:pt x="0" y="0"/>
                  </a:lnTo>
                  <a:lnTo>
                    <a:pt x="0" y="100213"/>
                  </a:lnTo>
                  <a:lnTo>
                    <a:pt x="1448815" y="100213"/>
                  </a:lnTo>
                  <a:lnTo>
                    <a:pt x="1448815" y="0"/>
                  </a:lnTo>
                  <a:close/>
                </a:path>
              </a:pathLst>
            </a:custGeom>
            <a:solidFill>
              <a:srgbClr val="2435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54">
              <a:extLst>
                <a:ext uri="{FF2B5EF4-FFF2-40B4-BE49-F238E27FC236}">
                  <a16:creationId xmlns:a16="http://schemas.microsoft.com/office/drawing/2014/main" id="{A87601C9-1970-1783-2B3D-5FD36C647F82}"/>
                </a:ext>
              </a:extLst>
            </p:cNvPr>
            <p:cNvSpPr/>
            <p:nvPr/>
          </p:nvSpPr>
          <p:spPr>
            <a:xfrm>
              <a:off x="1978024" y="-10"/>
              <a:ext cx="1449070" cy="100330"/>
            </a:xfrm>
            <a:custGeom>
              <a:avLst/>
              <a:gdLst/>
              <a:ahLst/>
              <a:cxnLst/>
              <a:rect l="l" t="t" r="r" b="b"/>
              <a:pathLst>
                <a:path w="1449070" h="100330">
                  <a:moveTo>
                    <a:pt x="1448815" y="0"/>
                  </a:moveTo>
                  <a:lnTo>
                    <a:pt x="0" y="0"/>
                  </a:lnTo>
                  <a:lnTo>
                    <a:pt x="0" y="100213"/>
                  </a:lnTo>
                  <a:lnTo>
                    <a:pt x="1448815" y="100213"/>
                  </a:lnTo>
                  <a:lnTo>
                    <a:pt x="1448815" y="0"/>
                  </a:lnTo>
                  <a:close/>
                </a:path>
              </a:pathLst>
            </a:custGeom>
            <a:solidFill>
              <a:srgbClr val="1780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55">
              <a:extLst>
                <a:ext uri="{FF2B5EF4-FFF2-40B4-BE49-F238E27FC236}">
                  <a16:creationId xmlns:a16="http://schemas.microsoft.com/office/drawing/2014/main" id="{54EDBBBF-5954-CF2F-81C5-A662AFE806FB}"/>
                </a:ext>
              </a:extLst>
            </p:cNvPr>
            <p:cNvSpPr/>
            <p:nvPr/>
          </p:nvSpPr>
          <p:spPr>
            <a:xfrm>
              <a:off x="3426841" y="-10"/>
              <a:ext cx="1449070" cy="100330"/>
            </a:xfrm>
            <a:custGeom>
              <a:avLst/>
              <a:gdLst/>
              <a:ahLst/>
              <a:cxnLst/>
              <a:rect l="l" t="t" r="r" b="b"/>
              <a:pathLst>
                <a:path w="1449070" h="100330">
                  <a:moveTo>
                    <a:pt x="1448815" y="0"/>
                  </a:moveTo>
                  <a:lnTo>
                    <a:pt x="0" y="0"/>
                  </a:lnTo>
                  <a:lnTo>
                    <a:pt x="0" y="100213"/>
                  </a:lnTo>
                  <a:lnTo>
                    <a:pt x="1448815" y="100213"/>
                  </a:lnTo>
                  <a:lnTo>
                    <a:pt x="1448815" y="0"/>
                  </a:lnTo>
                  <a:close/>
                </a:path>
              </a:pathLst>
            </a:custGeom>
            <a:solidFill>
              <a:srgbClr val="ED45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56">
              <a:extLst>
                <a:ext uri="{FF2B5EF4-FFF2-40B4-BE49-F238E27FC236}">
                  <a16:creationId xmlns:a16="http://schemas.microsoft.com/office/drawing/2014/main" id="{98802B4E-64D0-B4AD-8D2F-5F00696BF6C0}"/>
                </a:ext>
              </a:extLst>
            </p:cNvPr>
            <p:cNvSpPr/>
            <p:nvPr/>
          </p:nvSpPr>
          <p:spPr>
            <a:xfrm>
              <a:off x="4875656" y="-10"/>
              <a:ext cx="1449070" cy="100330"/>
            </a:xfrm>
            <a:custGeom>
              <a:avLst/>
              <a:gdLst/>
              <a:ahLst/>
              <a:cxnLst/>
              <a:rect l="l" t="t" r="r" b="b"/>
              <a:pathLst>
                <a:path w="1449070" h="100330">
                  <a:moveTo>
                    <a:pt x="1448815" y="0"/>
                  </a:moveTo>
                  <a:lnTo>
                    <a:pt x="0" y="0"/>
                  </a:lnTo>
                  <a:lnTo>
                    <a:pt x="0" y="100213"/>
                  </a:lnTo>
                  <a:lnTo>
                    <a:pt x="1448815" y="100213"/>
                  </a:lnTo>
                  <a:lnTo>
                    <a:pt x="1448815" y="0"/>
                  </a:lnTo>
                  <a:close/>
                </a:path>
              </a:pathLst>
            </a:custGeom>
            <a:solidFill>
              <a:srgbClr val="FFC5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57">
              <a:extLst>
                <a:ext uri="{FF2B5EF4-FFF2-40B4-BE49-F238E27FC236}">
                  <a16:creationId xmlns:a16="http://schemas.microsoft.com/office/drawing/2014/main" id="{4D6E460C-8444-2433-6AA1-7894E8DFA6D4}"/>
                </a:ext>
              </a:extLst>
            </p:cNvPr>
            <p:cNvSpPr/>
            <p:nvPr/>
          </p:nvSpPr>
          <p:spPr>
            <a:xfrm>
              <a:off x="6324473" y="-10"/>
              <a:ext cx="1449070" cy="100330"/>
            </a:xfrm>
            <a:custGeom>
              <a:avLst/>
              <a:gdLst/>
              <a:ahLst/>
              <a:cxnLst/>
              <a:rect l="l" t="t" r="r" b="b"/>
              <a:pathLst>
                <a:path w="1449070" h="100330">
                  <a:moveTo>
                    <a:pt x="1448816" y="0"/>
                  </a:moveTo>
                  <a:lnTo>
                    <a:pt x="0" y="0"/>
                  </a:lnTo>
                  <a:lnTo>
                    <a:pt x="0" y="100213"/>
                  </a:lnTo>
                  <a:lnTo>
                    <a:pt x="1448816" y="100213"/>
                  </a:lnTo>
                  <a:lnTo>
                    <a:pt x="1448816" y="0"/>
                  </a:lnTo>
                  <a:close/>
                </a:path>
              </a:pathLst>
            </a:custGeom>
            <a:solidFill>
              <a:srgbClr val="34A7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EC8A0E97-2A12-D3AF-564B-92C0A8965E65}"/>
              </a:ext>
            </a:extLst>
          </p:cNvPr>
          <p:cNvSpPr/>
          <p:nvPr/>
        </p:nvSpPr>
        <p:spPr>
          <a:xfrm>
            <a:off x="3415621" y="3581475"/>
            <a:ext cx="1289184" cy="6835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Get </a:t>
            </a:r>
            <a:r>
              <a:rPr lang="en-IN" sz="1600" dirty="0" err="1"/>
              <a:t>DigiLocker</a:t>
            </a:r>
            <a:r>
              <a:rPr lang="en-IN" dirty="0"/>
              <a:t> Verified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03BAA28-81C6-DA27-5816-984E8FD417B5}"/>
              </a:ext>
            </a:extLst>
          </p:cNvPr>
          <p:cNvSpPr/>
          <p:nvPr/>
        </p:nvSpPr>
        <p:spPr>
          <a:xfrm>
            <a:off x="6161485" y="3131310"/>
            <a:ext cx="197566" cy="5753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sp>
        <p:nvSpPr>
          <p:cNvPr id="16" name="Text Placeholder 139">
            <a:extLst>
              <a:ext uri="{FF2B5EF4-FFF2-40B4-BE49-F238E27FC236}">
                <a16:creationId xmlns:a16="http://schemas.microsoft.com/office/drawing/2014/main" id="{14E34071-B4AB-D1E2-E1C5-BBE67BA20A7D}"/>
              </a:ext>
            </a:extLst>
          </p:cNvPr>
          <p:cNvSpPr txBox="1">
            <a:spLocks/>
          </p:cNvSpPr>
          <p:nvPr/>
        </p:nvSpPr>
        <p:spPr>
          <a:xfrm>
            <a:off x="9150963" y="2946365"/>
            <a:ext cx="1192837" cy="689216"/>
          </a:xfrm>
          <a:prstGeom prst="rect">
            <a:avLst/>
          </a:prstGeom>
        </p:spPr>
        <p:txBody>
          <a:bodyPr vert="horz" lIns="91440" tIns="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b="1" kern="1200" cap="all" spc="1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Step 6</a:t>
            </a:r>
          </a:p>
        </p:txBody>
      </p:sp>
      <p:sp>
        <p:nvSpPr>
          <p:cNvPr id="14" name="Text Placeholder 141">
            <a:extLst>
              <a:ext uri="{FF2B5EF4-FFF2-40B4-BE49-F238E27FC236}">
                <a16:creationId xmlns:a16="http://schemas.microsoft.com/office/drawing/2014/main" id="{955EDF23-5862-48B2-B062-6471241F9DDE}"/>
              </a:ext>
            </a:extLst>
          </p:cNvPr>
          <p:cNvSpPr txBox="1">
            <a:spLocks/>
          </p:cNvSpPr>
          <p:nvPr/>
        </p:nvSpPr>
        <p:spPr>
          <a:xfrm>
            <a:off x="4704805" y="3585191"/>
            <a:ext cx="1377419" cy="778652"/>
          </a:xfrm>
          <a:prstGeom prst="rect">
            <a:avLst/>
          </a:prstGeom>
        </p:spPr>
        <p:txBody>
          <a:bodyPr vert="horz" lIns="91440" tIns="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 cap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dirty="0"/>
              <a:t>Enroll for Exploratory Data  Course complete It and Take Assessment for Exploratory Data Course for </a:t>
            </a:r>
            <a:r>
              <a:rPr lang="en-US" sz="1600" b="1" dirty="0"/>
              <a:t>free*</a:t>
            </a:r>
            <a:r>
              <a:rPr lang="en-US" sz="1600" dirty="0"/>
              <a:t> worth INR 600</a:t>
            </a:r>
          </a:p>
          <a:p>
            <a:pPr algn="ctr"/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52418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ACF4B31-95C8-DFE8-96A9-5989FE5EE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Title 133">
            <a:extLst>
              <a:ext uri="{FF2B5EF4-FFF2-40B4-BE49-F238E27FC236}">
                <a16:creationId xmlns:a16="http://schemas.microsoft.com/office/drawing/2014/main" id="{EB8CEE69-2043-CF87-C42A-D599E7424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745" y="165113"/>
            <a:ext cx="9064752" cy="1097915"/>
          </a:xfrm>
        </p:spPr>
        <p:txBody>
          <a:bodyPr/>
          <a:lstStyle/>
          <a:p>
            <a:r>
              <a:rPr lang="en-US" dirty="0"/>
              <a:t>Project Steps  </a:t>
            </a:r>
          </a:p>
        </p:txBody>
      </p:sp>
      <p:sp>
        <p:nvSpPr>
          <p:cNvPr id="135" name="Text Placeholder 134">
            <a:extLst>
              <a:ext uri="{FF2B5EF4-FFF2-40B4-BE49-F238E27FC236}">
                <a16:creationId xmlns:a16="http://schemas.microsoft.com/office/drawing/2014/main" id="{D539744E-EAD2-F2D8-2E7A-D1FEFAF148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8745" y="1344676"/>
            <a:ext cx="9064752" cy="511175"/>
          </a:xfrm>
        </p:spPr>
        <p:txBody>
          <a:bodyPr/>
          <a:lstStyle/>
          <a:p>
            <a:r>
              <a:rPr lang="en-US" dirty="0"/>
              <a:t>At-a-glance</a:t>
            </a:r>
          </a:p>
        </p:txBody>
      </p:sp>
      <p:sp>
        <p:nvSpPr>
          <p:cNvPr id="136" name="Text Placeholder 135">
            <a:extLst>
              <a:ext uri="{FF2B5EF4-FFF2-40B4-BE49-F238E27FC236}">
                <a16:creationId xmlns:a16="http://schemas.microsoft.com/office/drawing/2014/main" id="{5CF3E475-5151-1F13-D8BB-EAE8F5F5837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080680" y="616912"/>
            <a:ext cx="1602817" cy="457960"/>
          </a:xfrm>
        </p:spPr>
        <p:txBody>
          <a:bodyPr/>
          <a:lstStyle/>
          <a:p>
            <a:pPr algn="ctr"/>
            <a:r>
              <a:rPr lang="en-US" sz="3200" dirty="0"/>
              <a:t>Step 1</a:t>
            </a:r>
          </a:p>
        </p:txBody>
      </p:sp>
      <p:sp>
        <p:nvSpPr>
          <p:cNvPr id="141" name="Text Placeholder 140">
            <a:extLst>
              <a:ext uri="{FF2B5EF4-FFF2-40B4-BE49-F238E27FC236}">
                <a16:creationId xmlns:a16="http://schemas.microsoft.com/office/drawing/2014/main" id="{C64BDADD-BA7B-6351-6121-3B853B74E03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699987" y="1425418"/>
            <a:ext cx="5301513" cy="573047"/>
          </a:xfrm>
        </p:spPr>
        <p:txBody>
          <a:bodyPr/>
          <a:lstStyle/>
          <a:p>
            <a:r>
              <a:rPr lang="en-US" sz="1800" dirty="0"/>
              <a:t>Signup on FutureSkills Prime Portal using your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 "/>
                <a:ea typeface="+mn-ea"/>
                <a:cs typeface="+mn-cs"/>
              </a:rPr>
              <a:t>institutional E mail ID</a:t>
            </a:r>
          </a:p>
          <a:p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 "/>
                <a:ea typeface="+mn-ea"/>
                <a:cs typeface="+mn-cs"/>
              </a:rPr>
              <a:t> </a:t>
            </a:r>
            <a:r>
              <a:rPr lang="en-US" sz="1800" dirty="0">
                <a:hlinkClick r:id="rId2"/>
              </a:rPr>
              <a:t>https://tinywebs.site/TDrd66</a:t>
            </a:r>
            <a:r>
              <a:rPr lang="en-US" sz="1800" dirty="0"/>
              <a:t>  </a:t>
            </a:r>
          </a:p>
        </p:txBody>
      </p:sp>
      <p:sp>
        <p:nvSpPr>
          <p:cNvPr id="139" name="Text Placeholder 138">
            <a:extLst>
              <a:ext uri="{FF2B5EF4-FFF2-40B4-BE49-F238E27FC236}">
                <a16:creationId xmlns:a16="http://schemas.microsoft.com/office/drawing/2014/main" id="{9CB90DF8-D2AE-8716-7E78-F19D12B8573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7211182" y="1263029"/>
            <a:ext cx="1045464" cy="324779"/>
          </a:xfrm>
        </p:spPr>
        <p:txBody>
          <a:bodyPr/>
          <a:lstStyle/>
          <a:p>
            <a:pPr algn="ctr"/>
            <a:r>
              <a:rPr lang="en-US" sz="1050" dirty="0"/>
              <a:t>Step 4</a:t>
            </a:r>
          </a:p>
        </p:txBody>
      </p:sp>
      <p:sp>
        <p:nvSpPr>
          <p:cNvPr id="144" name="Text Placeholder 143">
            <a:extLst>
              <a:ext uri="{FF2B5EF4-FFF2-40B4-BE49-F238E27FC236}">
                <a16:creationId xmlns:a16="http://schemas.microsoft.com/office/drawing/2014/main" id="{175EBDA1-7009-9739-12BE-B79BDCB988B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6904403" y="2097245"/>
            <a:ext cx="1659022" cy="365121"/>
          </a:xfrm>
        </p:spPr>
        <p:txBody>
          <a:bodyPr/>
          <a:lstStyle/>
          <a:p>
            <a:r>
              <a:rPr lang="en-US" sz="600" dirty="0"/>
              <a:t>Submit Google Form</a:t>
            </a:r>
          </a:p>
        </p:txBody>
      </p:sp>
      <p:sp>
        <p:nvSpPr>
          <p:cNvPr id="140" name="Text Placeholder 139">
            <a:extLst>
              <a:ext uri="{FF2B5EF4-FFF2-40B4-BE49-F238E27FC236}">
                <a16:creationId xmlns:a16="http://schemas.microsoft.com/office/drawing/2014/main" id="{4D969A74-68E5-D34B-C258-0B10961DB6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9550621" y="1263028"/>
            <a:ext cx="1045464" cy="511155"/>
          </a:xfrm>
        </p:spPr>
        <p:txBody>
          <a:bodyPr/>
          <a:lstStyle/>
          <a:p>
            <a:pPr algn="ctr"/>
            <a:r>
              <a:rPr lang="en-US" sz="1050" dirty="0"/>
              <a:t>Step 5</a:t>
            </a:r>
          </a:p>
        </p:txBody>
      </p:sp>
      <p:sp>
        <p:nvSpPr>
          <p:cNvPr id="145" name="Text Placeholder 144">
            <a:extLst>
              <a:ext uri="{FF2B5EF4-FFF2-40B4-BE49-F238E27FC236}">
                <a16:creationId xmlns:a16="http://schemas.microsoft.com/office/drawing/2014/main" id="{2A560B28-A9CD-C82B-5019-356928BAE454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9092867" y="2097245"/>
            <a:ext cx="1960972" cy="575313"/>
          </a:xfrm>
        </p:spPr>
        <p:txBody>
          <a:bodyPr/>
          <a:lstStyle/>
          <a:p>
            <a:r>
              <a:rPr lang="en-US" sz="600" dirty="0"/>
              <a:t>Choose from 100’s courses as per our choice</a:t>
            </a:r>
          </a:p>
        </p:txBody>
      </p:sp>
      <p:sp>
        <p:nvSpPr>
          <p:cNvPr id="304" name="Slide Number Placeholder 303">
            <a:extLst>
              <a:ext uri="{FF2B5EF4-FFF2-40B4-BE49-F238E27FC236}">
                <a16:creationId xmlns:a16="http://schemas.microsoft.com/office/drawing/2014/main" id="{CB77381E-CE7E-C86B-4861-1EB5F8560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8616" y="6072886"/>
            <a:ext cx="2743200" cy="365125"/>
          </a:xfrm>
        </p:spPr>
        <p:txBody>
          <a:bodyPr/>
          <a:lstStyle/>
          <a:p>
            <a:r>
              <a:rPr lang="en-US" dirty="0"/>
              <a:t>0</a:t>
            </a:r>
            <a:fld id="{E6B975A5-EA91-314B-AF62-F6E264554D2F}" type="slidenum">
              <a:rPr lang="en-US" smtClean="0"/>
              <a:pPr/>
              <a:t>4</a:t>
            </a:fld>
            <a:endParaRPr lang="en-US" dirty="0"/>
          </a:p>
        </p:txBody>
      </p: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8BC422B2-0036-F753-6BB9-E003FEBBD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199568" y="1475740"/>
            <a:ext cx="3291058" cy="0"/>
          </a:xfrm>
          <a:prstGeom prst="line">
            <a:avLst/>
          </a:prstGeom>
          <a:ln w="28575">
            <a:gradFill>
              <a:gsLst>
                <a:gs pos="0">
                  <a:schemeClr val="accent1"/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216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3" name="Picture 42">
            <a:extLst>
              <a:ext uri="{FF2B5EF4-FFF2-40B4-BE49-F238E27FC236}">
                <a16:creationId xmlns:a16="http://schemas.microsoft.com/office/drawing/2014/main" id="{3C3F174A-A8A2-F123-F82B-9537B76C36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0482" y="2279805"/>
            <a:ext cx="3830639" cy="3830639"/>
          </a:xfrm>
          <a:prstGeom prst="rect">
            <a:avLst/>
          </a:prstGeom>
        </p:spPr>
      </p:pic>
      <p:pic>
        <p:nvPicPr>
          <p:cNvPr id="10" name="object 51">
            <a:extLst>
              <a:ext uri="{FF2B5EF4-FFF2-40B4-BE49-F238E27FC236}">
                <a16:creationId xmlns:a16="http://schemas.microsoft.com/office/drawing/2014/main" id="{94DE1DB4-0A31-B792-3238-780889A5C822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350743" y="51726"/>
            <a:ext cx="2514959" cy="562048"/>
          </a:xfrm>
          <a:prstGeom prst="rect">
            <a:avLst/>
          </a:prstGeom>
        </p:spPr>
      </p:pic>
      <p:grpSp>
        <p:nvGrpSpPr>
          <p:cNvPr id="11" name="object 52">
            <a:extLst>
              <a:ext uri="{FF2B5EF4-FFF2-40B4-BE49-F238E27FC236}">
                <a16:creationId xmlns:a16="http://schemas.microsoft.com/office/drawing/2014/main" id="{28EC5EF4-E846-FD31-D2A4-5E2B0D673BA0}"/>
              </a:ext>
            </a:extLst>
          </p:cNvPr>
          <p:cNvGrpSpPr/>
          <p:nvPr/>
        </p:nvGrpSpPr>
        <p:grpSpPr>
          <a:xfrm>
            <a:off x="529259" y="-10"/>
            <a:ext cx="7244080" cy="100330"/>
            <a:chOff x="529259" y="-10"/>
            <a:chExt cx="7244080" cy="100330"/>
          </a:xfrm>
        </p:grpSpPr>
        <p:sp>
          <p:nvSpPr>
            <p:cNvPr id="12" name="object 53">
              <a:extLst>
                <a:ext uri="{FF2B5EF4-FFF2-40B4-BE49-F238E27FC236}">
                  <a16:creationId xmlns:a16="http://schemas.microsoft.com/office/drawing/2014/main" id="{C3E7CC66-850B-D415-C02B-1A2474039EBE}"/>
                </a:ext>
              </a:extLst>
            </p:cNvPr>
            <p:cNvSpPr/>
            <p:nvPr/>
          </p:nvSpPr>
          <p:spPr>
            <a:xfrm>
              <a:off x="529259" y="-10"/>
              <a:ext cx="1449070" cy="100330"/>
            </a:xfrm>
            <a:custGeom>
              <a:avLst/>
              <a:gdLst/>
              <a:ahLst/>
              <a:cxnLst/>
              <a:rect l="l" t="t" r="r" b="b"/>
              <a:pathLst>
                <a:path w="1449070" h="100330">
                  <a:moveTo>
                    <a:pt x="1448815" y="0"/>
                  </a:moveTo>
                  <a:lnTo>
                    <a:pt x="0" y="0"/>
                  </a:lnTo>
                  <a:lnTo>
                    <a:pt x="0" y="100213"/>
                  </a:lnTo>
                  <a:lnTo>
                    <a:pt x="1448815" y="100213"/>
                  </a:lnTo>
                  <a:lnTo>
                    <a:pt x="1448815" y="0"/>
                  </a:lnTo>
                  <a:close/>
                </a:path>
              </a:pathLst>
            </a:custGeom>
            <a:solidFill>
              <a:srgbClr val="2435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54">
              <a:extLst>
                <a:ext uri="{FF2B5EF4-FFF2-40B4-BE49-F238E27FC236}">
                  <a16:creationId xmlns:a16="http://schemas.microsoft.com/office/drawing/2014/main" id="{517B9FE3-0EEA-F3C2-1C97-522812DABED5}"/>
                </a:ext>
              </a:extLst>
            </p:cNvPr>
            <p:cNvSpPr/>
            <p:nvPr/>
          </p:nvSpPr>
          <p:spPr>
            <a:xfrm>
              <a:off x="1978024" y="-10"/>
              <a:ext cx="1449070" cy="100330"/>
            </a:xfrm>
            <a:custGeom>
              <a:avLst/>
              <a:gdLst/>
              <a:ahLst/>
              <a:cxnLst/>
              <a:rect l="l" t="t" r="r" b="b"/>
              <a:pathLst>
                <a:path w="1449070" h="100330">
                  <a:moveTo>
                    <a:pt x="1448815" y="0"/>
                  </a:moveTo>
                  <a:lnTo>
                    <a:pt x="0" y="0"/>
                  </a:lnTo>
                  <a:lnTo>
                    <a:pt x="0" y="100213"/>
                  </a:lnTo>
                  <a:lnTo>
                    <a:pt x="1448815" y="100213"/>
                  </a:lnTo>
                  <a:lnTo>
                    <a:pt x="1448815" y="0"/>
                  </a:lnTo>
                  <a:close/>
                </a:path>
              </a:pathLst>
            </a:custGeom>
            <a:solidFill>
              <a:srgbClr val="1780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55">
              <a:extLst>
                <a:ext uri="{FF2B5EF4-FFF2-40B4-BE49-F238E27FC236}">
                  <a16:creationId xmlns:a16="http://schemas.microsoft.com/office/drawing/2014/main" id="{AB6ACD06-43C9-0745-B111-6760C291EA8E}"/>
                </a:ext>
              </a:extLst>
            </p:cNvPr>
            <p:cNvSpPr/>
            <p:nvPr/>
          </p:nvSpPr>
          <p:spPr>
            <a:xfrm>
              <a:off x="3426841" y="-10"/>
              <a:ext cx="1449070" cy="100330"/>
            </a:xfrm>
            <a:custGeom>
              <a:avLst/>
              <a:gdLst/>
              <a:ahLst/>
              <a:cxnLst/>
              <a:rect l="l" t="t" r="r" b="b"/>
              <a:pathLst>
                <a:path w="1449070" h="100330">
                  <a:moveTo>
                    <a:pt x="1448815" y="0"/>
                  </a:moveTo>
                  <a:lnTo>
                    <a:pt x="0" y="0"/>
                  </a:lnTo>
                  <a:lnTo>
                    <a:pt x="0" y="100213"/>
                  </a:lnTo>
                  <a:lnTo>
                    <a:pt x="1448815" y="100213"/>
                  </a:lnTo>
                  <a:lnTo>
                    <a:pt x="1448815" y="0"/>
                  </a:lnTo>
                  <a:close/>
                </a:path>
              </a:pathLst>
            </a:custGeom>
            <a:solidFill>
              <a:srgbClr val="ED45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56">
              <a:extLst>
                <a:ext uri="{FF2B5EF4-FFF2-40B4-BE49-F238E27FC236}">
                  <a16:creationId xmlns:a16="http://schemas.microsoft.com/office/drawing/2014/main" id="{B2E844B2-ADAB-088E-4B59-0D3336287BBA}"/>
                </a:ext>
              </a:extLst>
            </p:cNvPr>
            <p:cNvSpPr/>
            <p:nvPr/>
          </p:nvSpPr>
          <p:spPr>
            <a:xfrm>
              <a:off x="4875656" y="-10"/>
              <a:ext cx="1449070" cy="100330"/>
            </a:xfrm>
            <a:custGeom>
              <a:avLst/>
              <a:gdLst/>
              <a:ahLst/>
              <a:cxnLst/>
              <a:rect l="l" t="t" r="r" b="b"/>
              <a:pathLst>
                <a:path w="1449070" h="100330">
                  <a:moveTo>
                    <a:pt x="1448815" y="0"/>
                  </a:moveTo>
                  <a:lnTo>
                    <a:pt x="0" y="0"/>
                  </a:lnTo>
                  <a:lnTo>
                    <a:pt x="0" y="100213"/>
                  </a:lnTo>
                  <a:lnTo>
                    <a:pt x="1448815" y="100213"/>
                  </a:lnTo>
                  <a:lnTo>
                    <a:pt x="1448815" y="0"/>
                  </a:lnTo>
                  <a:close/>
                </a:path>
              </a:pathLst>
            </a:custGeom>
            <a:solidFill>
              <a:srgbClr val="FFC5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57">
              <a:extLst>
                <a:ext uri="{FF2B5EF4-FFF2-40B4-BE49-F238E27FC236}">
                  <a16:creationId xmlns:a16="http://schemas.microsoft.com/office/drawing/2014/main" id="{429236BA-8925-4518-5415-AF0FB5F5C254}"/>
                </a:ext>
              </a:extLst>
            </p:cNvPr>
            <p:cNvSpPr/>
            <p:nvPr/>
          </p:nvSpPr>
          <p:spPr>
            <a:xfrm>
              <a:off x="6324473" y="-10"/>
              <a:ext cx="1449070" cy="100330"/>
            </a:xfrm>
            <a:custGeom>
              <a:avLst/>
              <a:gdLst/>
              <a:ahLst/>
              <a:cxnLst/>
              <a:rect l="l" t="t" r="r" b="b"/>
              <a:pathLst>
                <a:path w="1449070" h="100330">
                  <a:moveTo>
                    <a:pt x="1448816" y="0"/>
                  </a:moveTo>
                  <a:lnTo>
                    <a:pt x="0" y="0"/>
                  </a:lnTo>
                  <a:lnTo>
                    <a:pt x="0" y="100213"/>
                  </a:lnTo>
                  <a:lnTo>
                    <a:pt x="1448816" y="100213"/>
                  </a:lnTo>
                  <a:lnTo>
                    <a:pt x="1448816" y="0"/>
                  </a:lnTo>
                  <a:close/>
                </a:path>
              </a:pathLst>
            </a:custGeom>
            <a:solidFill>
              <a:srgbClr val="34A7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1608A974-4398-C390-A19F-CFDB98094331}"/>
              </a:ext>
            </a:extLst>
          </p:cNvPr>
          <p:cNvSpPr txBox="1"/>
          <p:nvPr/>
        </p:nvSpPr>
        <p:spPr>
          <a:xfrm>
            <a:off x="6137914" y="3754316"/>
            <a:ext cx="5727788" cy="1759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Use College area </a:t>
            </a:r>
            <a:r>
              <a:rPr lang="en-US" sz="1500" b="1" dirty="0" err="1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Pincode</a:t>
            </a:r>
            <a:r>
              <a:rPr lang="en-US" sz="1500" b="1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- 201009</a:t>
            </a:r>
            <a:endParaRPr lang="en-US" sz="1500" dirty="0"/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Current Occupation – </a:t>
            </a:r>
            <a:r>
              <a:rPr lang="en-US" sz="1500" b="1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Career Aspirants</a:t>
            </a:r>
            <a:endParaRPr lang="en-US" sz="1500" dirty="0"/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Highest education – </a:t>
            </a:r>
            <a:r>
              <a:rPr lang="en-US" sz="1500" b="1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Under Graduates</a:t>
            </a:r>
            <a:endParaRPr lang="en-US" sz="1500" dirty="0"/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Education Status – </a:t>
            </a:r>
            <a:r>
              <a:rPr lang="en-US" sz="1500" b="1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Pursuing</a:t>
            </a:r>
            <a:endParaRPr lang="en-US" sz="15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College Name – Choose others then a separate bracket will open FILL- </a:t>
            </a:r>
            <a:r>
              <a:rPr lang="en-IN" sz="1400" b="1" dirty="0"/>
              <a:t>ABES Engineering College Ghaziabad</a:t>
            </a:r>
            <a:endParaRPr lang="en-US" sz="1400" b="1" dirty="0"/>
          </a:p>
        </p:txBody>
      </p:sp>
      <p:sp>
        <p:nvSpPr>
          <p:cNvPr id="2" name="Text Placeholder 140">
            <a:extLst>
              <a:ext uri="{FF2B5EF4-FFF2-40B4-BE49-F238E27FC236}">
                <a16:creationId xmlns:a16="http://schemas.microsoft.com/office/drawing/2014/main" id="{39FEB88C-C393-8FA9-3051-BDC7BFA87C7D}"/>
              </a:ext>
            </a:extLst>
          </p:cNvPr>
          <p:cNvSpPr txBox="1">
            <a:spLocks/>
          </p:cNvSpPr>
          <p:nvPr/>
        </p:nvSpPr>
        <p:spPr>
          <a:xfrm>
            <a:off x="6156276" y="2732355"/>
            <a:ext cx="5634371" cy="573047"/>
          </a:xfrm>
          <a:prstGeom prst="rect">
            <a:avLst/>
          </a:prstGeom>
        </p:spPr>
        <p:txBody>
          <a:bodyPr vert="horz" lIns="91440" tIns="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 cap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dirty="0">
                <a:solidFill>
                  <a:srgbClr val="000000"/>
                </a:solidFill>
                <a:latin typeface="Avenir Next LT Pro "/>
              </a:rPr>
              <a:t>Click On </a:t>
            </a:r>
            <a:r>
              <a:rPr lang="en-US" sz="1800" b="1" dirty="0" err="1">
                <a:solidFill>
                  <a:srgbClr val="000000"/>
                </a:solidFill>
                <a:latin typeface="Avenir Next LT Pro "/>
              </a:rPr>
              <a:t>SignUP</a:t>
            </a:r>
            <a:r>
              <a:rPr lang="en-US" sz="1800" b="1" dirty="0">
                <a:solidFill>
                  <a:srgbClr val="000000"/>
                </a:solidFill>
                <a:latin typeface="Avenir Next LT Pro "/>
              </a:rPr>
              <a:t>, Enter Your Full Name, Email ID and Choose Password</a:t>
            </a:r>
            <a:br>
              <a:rPr lang="en-US" sz="1800" b="1" dirty="0">
                <a:solidFill>
                  <a:srgbClr val="000000"/>
                </a:solidFill>
                <a:latin typeface="Avenir Next LT Pro "/>
              </a:rPr>
            </a:br>
            <a:r>
              <a:rPr lang="en-US" sz="1800" b="1" dirty="0">
                <a:solidFill>
                  <a:srgbClr val="000000"/>
                </a:solidFill>
                <a:latin typeface="Avenir Next LT Pro "/>
              </a:rPr>
              <a:t>Update Your Profile by Going on My Dashboard</a:t>
            </a:r>
          </a:p>
        </p:txBody>
      </p:sp>
    </p:spTree>
    <p:extLst>
      <p:ext uri="{BB962C8B-B14F-4D97-AF65-F5344CB8AC3E}">
        <p14:creationId xmlns:p14="http://schemas.microsoft.com/office/powerpoint/2010/main" val="11329170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829412B-854F-A328-2667-4E307D905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Title 133">
            <a:extLst>
              <a:ext uri="{FF2B5EF4-FFF2-40B4-BE49-F238E27FC236}">
                <a16:creationId xmlns:a16="http://schemas.microsoft.com/office/drawing/2014/main" id="{30E7AF97-E0F1-D9FA-FE55-A64334980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745" y="165113"/>
            <a:ext cx="9064752" cy="1097915"/>
          </a:xfrm>
        </p:spPr>
        <p:txBody>
          <a:bodyPr/>
          <a:lstStyle/>
          <a:p>
            <a:r>
              <a:rPr lang="en-US" dirty="0"/>
              <a:t>Project Steps  </a:t>
            </a:r>
          </a:p>
        </p:txBody>
      </p:sp>
      <p:sp>
        <p:nvSpPr>
          <p:cNvPr id="135" name="Text Placeholder 134">
            <a:extLst>
              <a:ext uri="{FF2B5EF4-FFF2-40B4-BE49-F238E27FC236}">
                <a16:creationId xmlns:a16="http://schemas.microsoft.com/office/drawing/2014/main" id="{5C9D36ED-C8E4-399D-1533-EC1C7B8CAB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8745" y="1344676"/>
            <a:ext cx="9064752" cy="511175"/>
          </a:xfrm>
        </p:spPr>
        <p:txBody>
          <a:bodyPr/>
          <a:lstStyle/>
          <a:p>
            <a:r>
              <a:rPr lang="en-US" dirty="0"/>
              <a:t>At-a-glance</a:t>
            </a:r>
          </a:p>
        </p:txBody>
      </p:sp>
      <p:sp>
        <p:nvSpPr>
          <p:cNvPr id="136" name="Text Placeholder 135">
            <a:extLst>
              <a:ext uri="{FF2B5EF4-FFF2-40B4-BE49-F238E27FC236}">
                <a16:creationId xmlns:a16="http://schemas.microsoft.com/office/drawing/2014/main" id="{F78A17D2-2E31-CB5E-B6C8-FEEF6BC1FB4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080680" y="616912"/>
            <a:ext cx="1602817" cy="457960"/>
          </a:xfrm>
        </p:spPr>
        <p:txBody>
          <a:bodyPr/>
          <a:lstStyle/>
          <a:p>
            <a:pPr algn="ctr"/>
            <a:r>
              <a:rPr lang="en-US" sz="3200" dirty="0"/>
              <a:t>Step 2</a:t>
            </a:r>
          </a:p>
        </p:txBody>
      </p:sp>
      <p:sp>
        <p:nvSpPr>
          <p:cNvPr id="141" name="Text Placeholder 140">
            <a:extLst>
              <a:ext uri="{FF2B5EF4-FFF2-40B4-BE49-F238E27FC236}">
                <a16:creationId xmlns:a16="http://schemas.microsoft.com/office/drawing/2014/main" id="{EF1AFFB5-3BBB-F46D-41F2-6860FA5397B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699987" y="1425418"/>
            <a:ext cx="5301513" cy="573047"/>
          </a:xfrm>
        </p:spPr>
        <p:txBody>
          <a:bodyPr/>
          <a:lstStyle/>
          <a:p>
            <a:r>
              <a:rPr lang="en-US" sz="1800" dirty="0"/>
              <a:t>GOI  Registration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 "/>
              <a:ea typeface="+mn-ea"/>
              <a:cs typeface="+mn-cs"/>
            </a:endParaRPr>
          </a:p>
          <a:p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 "/>
                <a:ea typeface="+mn-ea"/>
                <a:cs typeface="+mn-cs"/>
              </a:rPr>
              <a:t> </a:t>
            </a:r>
            <a:r>
              <a:rPr lang="en-US" sz="1800" dirty="0">
                <a:hlinkClick r:id="rId2"/>
              </a:rPr>
              <a:t>https://tinywebs.site/TDrd66</a:t>
            </a:r>
            <a:r>
              <a:rPr lang="en-US" sz="1800" dirty="0"/>
              <a:t>  </a:t>
            </a:r>
          </a:p>
        </p:txBody>
      </p:sp>
      <p:sp>
        <p:nvSpPr>
          <p:cNvPr id="139" name="Text Placeholder 138">
            <a:extLst>
              <a:ext uri="{FF2B5EF4-FFF2-40B4-BE49-F238E27FC236}">
                <a16:creationId xmlns:a16="http://schemas.microsoft.com/office/drawing/2014/main" id="{90B3BFCD-2197-83D5-2289-8C9ECF05EB2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7211182" y="1263029"/>
            <a:ext cx="1045464" cy="324779"/>
          </a:xfrm>
        </p:spPr>
        <p:txBody>
          <a:bodyPr/>
          <a:lstStyle/>
          <a:p>
            <a:pPr algn="ctr"/>
            <a:r>
              <a:rPr lang="en-US" sz="1050" dirty="0"/>
              <a:t>Step 4</a:t>
            </a:r>
          </a:p>
        </p:txBody>
      </p:sp>
      <p:sp>
        <p:nvSpPr>
          <p:cNvPr id="144" name="Text Placeholder 143">
            <a:extLst>
              <a:ext uri="{FF2B5EF4-FFF2-40B4-BE49-F238E27FC236}">
                <a16:creationId xmlns:a16="http://schemas.microsoft.com/office/drawing/2014/main" id="{0AA930A5-9A5D-FF95-4EE0-25C2A6F5AA1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6904403" y="2097245"/>
            <a:ext cx="1659022" cy="365121"/>
          </a:xfrm>
        </p:spPr>
        <p:txBody>
          <a:bodyPr/>
          <a:lstStyle/>
          <a:p>
            <a:r>
              <a:rPr lang="en-US" sz="600" dirty="0"/>
              <a:t>Submit Google Form</a:t>
            </a:r>
          </a:p>
        </p:txBody>
      </p:sp>
      <p:sp>
        <p:nvSpPr>
          <p:cNvPr id="140" name="Text Placeholder 139">
            <a:extLst>
              <a:ext uri="{FF2B5EF4-FFF2-40B4-BE49-F238E27FC236}">
                <a16:creationId xmlns:a16="http://schemas.microsoft.com/office/drawing/2014/main" id="{5A570BC0-8167-7508-F088-91773AFE071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9550621" y="1263028"/>
            <a:ext cx="1045464" cy="511155"/>
          </a:xfrm>
        </p:spPr>
        <p:txBody>
          <a:bodyPr/>
          <a:lstStyle/>
          <a:p>
            <a:pPr algn="ctr"/>
            <a:r>
              <a:rPr lang="en-US" sz="1050" dirty="0"/>
              <a:t>Step 5</a:t>
            </a:r>
          </a:p>
        </p:txBody>
      </p:sp>
      <p:sp>
        <p:nvSpPr>
          <p:cNvPr id="145" name="Text Placeholder 144">
            <a:extLst>
              <a:ext uri="{FF2B5EF4-FFF2-40B4-BE49-F238E27FC236}">
                <a16:creationId xmlns:a16="http://schemas.microsoft.com/office/drawing/2014/main" id="{73EA93A3-44DA-BA21-F3DD-73004B54DFA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9092867" y="2097245"/>
            <a:ext cx="1960972" cy="575313"/>
          </a:xfrm>
        </p:spPr>
        <p:txBody>
          <a:bodyPr/>
          <a:lstStyle/>
          <a:p>
            <a:r>
              <a:rPr lang="en-US" sz="600" dirty="0"/>
              <a:t>Choose from 100’s courses as per our choice</a:t>
            </a:r>
          </a:p>
        </p:txBody>
      </p:sp>
      <p:sp>
        <p:nvSpPr>
          <p:cNvPr id="304" name="Slide Number Placeholder 303">
            <a:extLst>
              <a:ext uri="{FF2B5EF4-FFF2-40B4-BE49-F238E27FC236}">
                <a16:creationId xmlns:a16="http://schemas.microsoft.com/office/drawing/2014/main" id="{BC2B684E-FAD4-904E-6EBB-EA9F7FC1C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8616" y="6072886"/>
            <a:ext cx="2743200" cy="365125"/>
          </a:xfrm>
        </p:spPr>
        <p:txBody>
          <a:bodyPr/>
          <a:lstStyle/>
          <a:p>
            <a:r>
              <a:rPr lang="en-US" dirty="0"/>
              <a:t>0</a:t>
            </a:r>
            <a:fld id="{E6B975A5-EA91-314B-AF62-F6E264554D2F}" type="slidenum">
              <a:rPr lang="en-US" smtClean="0"/>
              <a:pPr/>
              <a:t>5</a:t>
            </a:fld>
            <a:endParaRPr lang="en-US" dirty="0"/>
          </a:p>
        </p:txBody>
      </p: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649E1AFD-CF22-44E3-0ABE-36DE73830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199568" y="1475740"/>
            <a:ext cx="3291058" cy="0"/>
          </a:xfrm>
          <a:prstGeom prst="line">
            <a:avLst/>
          </a:prstGeom>
          <a:ln w="28575">
            <a:gradFill>
              <a:gsLst>
                <a:gs pos="0">
                  <a:schemeClr val="accent1"/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216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object 51">
            <a:extLst>
              <a:ext uri="{FF2B5EF4-FFF2-40B4-BE49-F238E27FC236}">
                <a16:creationId xmlns:a16="http://schemas.microsoft.com/office/drawing/2014/main" id="{2AD917ED-D48F-0A7E-1D41-4257BF20BAC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50743" y="51726"/>
            <a:ext cx="2514959" cy="562048"/>
          </a:xfrm>
          <a:prstGeom prst="rect">
            <a:avLst/>
          </a:prstGeom>
        </p:spPr>
      </p:pic>
      <p:grpSp>
        <p:nvGrpSpPr>
          <p:cNvPr id="11" name="object 52">
            <a:extLst>
              <a:ext uri="{FF2B5EF4-FFF2-40B4-BE49-F238E27FC236}">
                <a16:creationId xmlns:a16="http://schemas.microsoft.com/office/drawing/2014/main" id="{E03BB5F0-E7CD-F8BD-3A97-2C66103E1A9E}"/>
              </a:ext>
            </a:extLst>
          </p:cNvPr>
          <p:cNvGrpSpPr/>
          <p:nvPr/>
        </p:nvGrpSpPr>
        <p:grpSpPr>
          <a:xfrm>
            <a:off x="529259" y="-10"/>
            <a:ext cx="7244080" cy="100330"/>
            <a:chOff x="529259" y="-10"/>
            <a:chExt cx="7244080" cy="100330"/>
          </a:xfrm>
        </p:grpSpPr>
        <p:sp>
          <p:nvSpPr>
            <p:cNvPr id="12" name="object 53">
              <a:extLst>
                <a:ext uri="{FF2B5EF4-FFF2-40B4-BE49-F238E27FC236}">
                  <a16:creationId xmlns:a16="http://schemas.microsoft.com/office/drawing/2014/main" id="{EEC1071F-8FEE-3837-1725-482F8748FE3D}"/>
                </a:ext>
              </a:extLst>
            </p:cNvPr>
            <p:cNvSpPr/>
            <p:nvPr/>
          </p:nvSpPr>
          <p:spPr>
            <a:xfrm>
              <a:off x="529259" y="-10"/>
              <a:ext cx="1449070" cy="100330"/>
            </a:xfrm>
            <a:custGeom>
              <a:avLst/>
              <a:gdLst/>
              <a:ahLst/>
              <a:cxnLst/>
              <a:rect l="l" t="t" r="r" b="b"/>
              <a:pathLst>
                <a:path w="1449070" h="100330">
                  <a:moveTo>
                    <a:pt x="1448815" y="0"/>
                  </a:moveTo>
                  <a:lnTo>
                    <a:pt x="0" y="0"/>
                  </a:lnTo>
                  <a:lnTo>
                    <a:pt x="0" y="100213"/>
                  </a:lnTo>
                  <a:lnTo>
                    <a:pt x="1448815" y="100213"/>
                  </a:lnTo>
                  <a:lnTo>
                    <a:pt x="1448815" y="0"/>
                  </a:lnTo>
                  <a:close/>
                </a:path>
              </a:pathLst>
            </a:custGeom>
            <a:solidFill>
              <a:srgbClr val="2435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54">
              <a:extLst>
                <a:ext uri="{FF2B5EF4-FFF2-40B4-BE49-F238E27FC236}">
                  <a16:creationId xmlns:a16="http://schemas.microsoft.com/office/drawing/2014/main" id="{8F09F70A-B07B-2E90-BF08-F9D64860D15E}"/>
                </a:ext>
              </a:extLst>
            </p:cNvPr>
            <p:cNvSpPr/>
            <p:nvPr/>
          </p:nvSpPr>
          <p:spPr>
            <a:xfrm>
              <a:off x="1978024" y="-10"/>
              <a:ext cx="1449070" cy="100330"/>
            </a:xfrm>
            <a:custGeom>
              <a:avLst/>
              <a:gdLst/>
              <a:ahLst/>
              <a:cxnLst/>
              <a:rect l="l" t="t" r="r" b="b"/>
              <a:pathLst>
                <a:path w="1449070" h="100330">
                  <a:moveTo>
                    <a:pt x="1448815" y="0"/>
                  </a:moveTo>
                  <a:lnTo>
                    <a:pt x="0" y="0"/>
                  </a:lnTo>
                  <a:lnTo>
                    <a:pt x="0" y="100213"/>
                  </a:lnTo>
                  <a:lnTo>
                    <a:pt x="1448815" y="100213"/>
                  </a:lnTo>
                  <a:lnTo>
                    <a:pt x="1448815" y="0"/>
                  </a:lnTo>
                  <a:close/>
                </a:path>
              </a:pathLst>
            </a:custGeom>
            <a:solidFill>
              <a:srgbClr val="1780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55">
              <a:extLst>
                <a:ext uri="{FF2B5EF4-FFF2-40B4-BE49-F238E27FC236}">
                  <a16:creationId xmlns:a16="http://schemas.microsoft.com/office/drawing/2014/main" id="{57940B4F-2ADB-611A-BCF7-B599EF2F44A3}"/>
                </a:ext>
              </a:extLst>
            </p:cNvPr>
            <p:cNvSpPr/>
            <p:nvPr/>
          </p:nvSpPr>
          <p:spPr>
            <a:xfrm>
              <a:off x="3426841" y="-10"/>
              <a:ext cx="1449070" cy="100330"/>
            </a:xfrm>
            <a:custGeom>
              <a:avLst/>
              <a:gdLst/>
              <a:ahLst/>
              <a:cxnLst/>
              <a:rect l="l" t="t" r="r" b="b"/>
              <a:pathLst>
                <a:path w="1449070" h="100330">
                  <a:moveTo>
                    <a:pt x="1448815" y="0"/>
                  </a:moveTo>
                  <a:lnTo>
                    <a:pt x="0" y="0"/>
                  </a:lnTo>
                  <a:lnTo>
                    <a:pt x="0" y="100213"/>
                  </a:lnTo>
                  <a:lnTo>
                    <a:pt x="1448815" y="100213"/>
                  </a:lnTo>
                  <a:lnTo>
                    <a:pt x="1448815" y="0"/>
                  </a:lnTo>
                  <a:close/>
                </a:path>
              </a:pathLst>
            </a:custGeom>
            <a:solidFill>
              <a:srgbClr val="ED45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56">
              <a:extLst>
                <a:ext uri="{FF2B5EF4-FFF2-40B4-BE49-F238E27FC236}">
                  <a16:creationId xmlns:a16="http://schemas.microsoft.com/office/drawing/2014/main" id="{36E8E568-4CE0-63AC-7CBE-8900BC72C6DC}"/>
                </a:ext>
              </a:extLst>
            </p:cNvPr>
            <p:cNvSpPr/>
            <p:nvPr/>
          </p:nvSpPr>
          <p:spPr>
            <a:xfrm>
              <a:off x="4875656" y="-10"/>
              <a:ext cx="1449070" cy="100330"/>
            </a:xfrm>
            <a:custGeom>
              <a:avLst/>
              <a:gdLst/>
              <a:ahLst/>
              <a:cxnLst/>
              <a:rect l="l" t="t" r="r" b="b"/>
              <a:pathLst>
                <a:path w="1449070" h="100330">
                  <a:moveTo>
                    <a:pt x="1448815" y="0"/>
                  </a:moveTo>
                  <a:lnTo>
                    <a:pt x="0" y="0"/>
                  </a:lnTo>
                  <a:lnTo>
                    <a:pt x="0" y="100213"/>
                  </a:lnTo>
                  <a:lnTo>
                    <a:pt x="1448815" y="100213"/>
                  </a:lnTo>
                  <a:lnTo>
                    <a:pt x="1448815" y="0"/>
                  </a:lnTo>
                  <a:close/>
                </a:path>
              </a:pathLst>
            </a:custGeom>
            <a:solidFill>
              <a:srgbClr val="FFC5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57">
              <a:extLst>
                <a:ext uri="{FF2B5EF4-FFF2-40B4-BE49-F238E27FC236}">
                  <a16:creationId xmlns:a16="http://schemas.microsoft.com/office/drawing/2014/main" id="{EF2579BF-DAF6-17D1-6330-1C25A5942A6A}"/>
                </a:ext>
              </a:extLst>
            </p:cNvPr>
            <p:cNvSpPr/>
            <p:nvPr/>
          </p:nvSpPr>
          <p:spPr>
            <a:xfrm>
              <a:off x="6324473" y="-10"/>
              <a:ext cx="1449070" cy="100330"/>
            </a:xfrm>
            <a:custGeom>
              <a:avLst/>
              <a:gdLst/>
              <a:ahLst/>
              <a:cxnLst/>
              <a:rect l="l" t="t" r="r" b="b"/>
              <a:pathLst>
                <a:path w="1449070" h="100330">
                  <a:moveTo>
                    <a:pt x="1448816" y="0"/>
                  </a:moveTo>
                  <a:lnTo>
                    <a:pt x="0" y="0"/>
                  </a:lnTo>
                  <a:lnTo>
                    <a:pt x="0" y="100213"/>
                  </a:lnTo>
                  <a:lnTo>
                    <a:pt x="1448816" y="100213"/>
                  </a:lnTo>
                  <a:lnTo>
                    <a:pt x="1448816" y="0"/>
                  </a:lnTo>
                  <a:close/>
                </a:path>
              </a:pathLst>
            </a:custGeom>
            <a:solidFill>
              <a:srgbClr val="34A7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5B68FCA2-44E5-D972-FD89-88532E8EE8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036" y="2097245"/>
            <a:ext cx="4064316" cy="4064316"/>
          </a:xfrm>
          <a:prstGeom prst="rect">
            <a:avLst/>
          </a:prstGeom>
        </p:spPr>
      </p:pic>
      <p:sp>
        <p:nvSpPr>
          <p:cNvPr id="2" name="Text Placeholder 140">
            <a:extLst>
              <a:ext uri="{FF2B5EF4-FFF2-40B4-BE49-F238E27FC236}">
                <a16:creationId xmlns:a16="http://schemas.microsoft.com/office/drawing/2014/main" id="{156E30EF-9494-890D-A5C0-8F0E5833000D}"/>
              </a:ext>
            </a:extLst>
          </p:cNvPr>
          <p:cNvSpPr txBox="1">
            <a:spLocks/>
          </p:cNvSpPr>
          <p:nvPr/>
        </p:nvSpPr>
        <p:spPr>
          <a:xfrm>
            <a:off x="6564189" y="3132316"/>
            <a:ext cx="5301513" cy="573047"/>
          </a:xfrm>
          <a:prstGeom prst="rect">
            <a:avLst/>
          </a:prstGeom>
        </p:spPr>
        <p:txBody>
          <a:bodyPr vert="horz" lIns="91440" tIns="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 cap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Fill the Form with Your Basic Details and Upload, Passport </a:t>
            </a:r>
            <a:r>
              <a:rPr lang="en-US" sz="1800" dirty="0" err="1"/>
              <a:t>sixe</a:t>
            </a:r>
            <a:r>
              <a:rPr lang="en-US" sz="1800" dirty="0"/>
              <a:t> Photo, 10</a:t>
            </a:r>
            <a:r>
              <a:rPr lang="en-US" sz="1800" baseline="30000" dirty="0"/>
              <a:t>th</a:t>
            </a:r>
            <a:r>
              <a:rPr lang="en-US" sz="1800" dirty="0"/>
              <a:t> Marksheet, and College ID</a:t>
            </a:r>
          </a:p>
        </p:txBody>
      </p:sp>
    </p:spTree>
    <p:extLst>
      <p:ext uri="{BB962C8B-B14F-4D97-AF65-F5344CB8AC3E}">
        <p14:creationId xmlns:p14="http://schemas.microsoft.com/office/powerpoint/2010/main" val="36382848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719D7D4-E57E-A535-F116-ECF65BA26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Title 133">
            <a:extLst>
              <a:ext uri="{FF2B5EF4-FFF2-40B4-BE49-F238E27FC236}">
                <a16:creationId xmlns:a16="http://schemas.microsoft.com/office/drawing/2014/main" id="{646DFCCB-424F-6C60-E55C-1782B716C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745" y="165113"/>
            <a:ext cx="9064752" cy="1097915"/>
          </a:xfrm>
        </p:spPr>
        <p:txBody>
          <a:bodyPr/>
          <a:lstStyle/>
          <a:p>
            <a:r>
              <a:rPr lang="en-US" dirty="0"/>
              <a:t>Project Steps  </a:t>
            </a:r>
          </a:p>
        </p:txBody>
      </p:sp>
      <p:sp>
        <p:nvSpPr>
          <p:cNvPr id="135" name="Text Placeholder 134">
            <a:extLst>
              <a:ext uri="{FF2B5EF4-FFF2-40B4-BE49-F238E27FC236}">
                <a16:creationId xmlns:a16="http://schemas.microsoft.com/office/drawing/2014/main" id="{E90EA4BE-6439-0B27-7904-AE9AA182376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8745" y="1344676"/>
            <a:ext cx="9064752" cy="511175"/>
          </a:xfrm>
        </p:spPr>
        <p:txBody>
          <a:bodyPr/>
          <a:lstStyle/>
          <a:p>
            <a:r>
              <a:rPr lang="en-US" dirty="0"/>
              <a:t>At-a-glance</a:t>
            </a:r>
          </a:p>
        </p:txBody>
      </p:sp>
      <p:sp>
        <p:nvSpPr>
          <p:cNvPr id="136" name="Text Placeholder 135">
            <a:extLst>
              <a:ext uri="{FF2B5EF4-FFF2-40B4-BE49-F238E27FC236}">
                <a16:creationId xmlns:a16="http://schemas.microsoft.com/office/drawing/2014/main" id="{FD3B3739-70BE-57BC-19E2-E88D8E22FB3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485790" y="-1933564"/>
            <a:ext cx="1602817" cy="457960"/>
          </a:xfrm>
        </p:spPr>
        <p:txBody>
          <a:bodyPr/>
          <a:lstStyle/>
          <a:p>
            <a:pPr algn="ctr"/>
            <a:r>
              <a:rPr lang="en-US" sz="3200" dirty="0"/>
              <a:t>Step 1</a:t>
            </a:r>
          </a:p>
        </p:txBody>
      </p:sp>
      <p:sp>
        <p:nvSpPr>
          <p:cNvPr id="141" name="Text Placeholder 140">
            <a:extLst>
              <a:ext uri="{FF2B5EF4-FFF2-40B4-BE49-F238E27FC236}">
                <a16:creationId xmlns:a16="http://schemas.microsoft.com/office/drawing/2014/main" id="{69C35BCC-2C02-5E33-E5F5-BEF4EA7627D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2780399" y="-1099348"/>
            <a:ext cx="2622904" cy="573047"/>
          </a:xfrm>
        </p:spPr>
        <p:txBody>
          <a:bodyPr/>
          <a:lstStyle/>
          <a:p>
            <a:r>
              <a:rPr lang="en-US" sz="1800" dirty="0"/>
              <a:t>Register on Future Skill Prime Portal</a:t>
            </a:r>
          </a:p>
        </p:txBody>
      </p:sp>
      <p:sp>
        <p:nvSpPr>
          <p:cNvPr id="137" name="Text Placeholder 136">
            <a:extLst>
              <a:ext uri="{FF2B5EF4-FFF2-40B4-BE49-F238E27FC236}">
                <a16:creationId xmlns:a16="http://schemas.microsoft.com/office/drawing/2014/main" id="{CEF4FB7C-4DDF-FE1C-2862-0D94953917F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660265" y="940161"/>
            <a:ext cx="1725846" cy="732468"/>
          </a:xfrm>
        </p:spPr>
        <p:txBody>
          <a:bodyPr/>
          <a:lstStyle/>
          <a:p>
            <a:pPr algn="ctr"/>
            <a:r>
              <a:rPr lang="en-US" sz="3200" dirty="0"/>
              <a:t>Step 3</a:t>
            </a:r>
          </a:p>
        </p:txBody>
      </p:sp>
      <p:sp>
        <p:nvSpPr>
          <p:cNvPr id="142" name="Text Placeholder 141">
            <a:extLst>
              <a:ext uri="{FF2B5EF4-FFF2-40B4-BE49-F238E27FC236}">
                <a16:creationId xmlns:a16="http://schemas.microsoft.com/office/drawing/2014/main" id="{94015E41-9341-99F6-582C-9C989617429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886575" y="1754981"/>
            <a:ext cx="4475477" cy="778652"/>
          </a:xfrm>
        </p:spPr>
        <p:txBody>
          <a:bodyPr/>
          <a:lstStyle/>
          <a:p>
            <a:r>
              <a:rPr lang="en-US" sz="1800" b="1" dirty="0"/>
              <a:t>Get </a:t>
            </a:r>
            <a:r>
              <a:rPr lang="en-US" sz="1800" b="1" dirty="0" err="1"/>
              <a:t>Digilocker</a:t>
            </a:r>
            <a:r>
              <a:rPr lang="en-US" sz="1800" b="1" dirty="0"/>
              <a:t> verified</a:t>
            </a:r>
          </a:p>
          <a:p>
            <a:endParaRPr lang="en-US" sz="1800" dirty="0"/>
          </a:p>
        </p:txBody>
      </p:sp>
      <p:sp>
        <p:nvSpPr>
          <p:cNvPr id="304" name="Slide Number Placeholder 303">
            <a:extLst>
              <a:ext uri="{FF2B5EF4-FFF2-40B4-BE49-F238E27FC236}">
                <a16:creationId xmlns:a16="http://schemas.microsoft.com/office/drawing/2014/main" id="{AD49A3C0-3C88-80C7-4516-E726437BB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8616" y="6072886"/>
            <a:ext cx="2743200" cy="365125"/>
          </a:xfrm>
        </p:spPr>
        <p:txBody>
          <a:bodyPr/>
          <a:lstStyle/>
          <a:p>
            <a:r>
              <a:rPr lang="en-US" dirty="0"/>
              <a:t>0</a:t>
            </a:r>
            <a:fld id="{E6B975A5-EA91-314B-AF62-F6E264554D2F}" type="slidenum">
              <a:rPr lang="en-US" smtClean="0"/>
              <a:pPr/>
              <a:t>6</a:t>
            </a:fld>
            <a:endParaRPr lang="en-US" dirty="0"/>
          </a:p>
        </p:txBody>
      </p: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744503B5-9E13-E8AF-3567-B9228D63EC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199568" y="1475740"/>
            <a:ext cx="3291058" cy="0"/>
          </a:xfrm>
          <a:prstGeom prst="line">
            <a:avLst/>
          </a:prstGeom>
          <a:ln w="28575">
            <a:gradFill>
              <a:gsLst>
                <a:gs pos="0">
                  <a:schemeClr val="accent1"/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216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94418C3-AE63-9735-AAB0-CBDFE245CE2F}"/>
              </a:ext>
            </a:extLst>
          </p:cNvPr>
          <p:cNvSpPr txBox="1"/>
          <p:nvPr/>
        </p:nvSpPr>
        <p:spPr>
          <a:xfrm>
            <a:off x="283464" y="6245352"/>
            <a:ext cx="5907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/>
              <a:t>* One free attempt</a:t>
            </a:r>
          </a:p>
        </p:txBody>
      </p:sp>
      <p:pic>
        <p:nvPicPr>
          <p:cNvPr id="5" name="object 51">
            <a:extLst>
              <a:ext uri="{FF2B5EF4-FFF2-40B4-BE49-F238E27FC236}">
                <a16:creationId xmlns:a16="http://schemas.microsoft.com/office/drawing/2014/main" id="{F7A4564B-6275-CB2B-7E2F-A3DE17F5570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12064" y="180597"/>
            <a:ext cx="2514959" cy="562048"/>
          </a:xfrm>
          <a:prstGeom prst="rect">
            <a:avLst/>
          </a:prstGeom>
        </p:spPr>
      </p:pic>
      <p:grpSp>
        <p:nvGrpSpPr>
          <p:cNvPr id="6" name="object 52">
            <a:extLst>
              <a:ext uri="{FF2B5EF4-FFF2-40B4-BE49-F238E27FC236}">
                <a16:creationId xmlns:a16="http://schemas.microsoft.com/office/drawing/2014/main" id="{BDE4715A-58D2-8E35-8100-B78B42B426A3}"/>
              </a:ext>
            </a:extLst>
          </p:cNvPr>
          <p:cNvGrpSpPr/>
          <p:nvPr/>
        </p:nvGrpSpPr>
        <p:grpSpPr>
          <a:xfrm>
            <a:off x="529259" y="-10"/>
            <a:ext cx="7244080" cy="100330"/>
            <a:chOff x="529259" y="-10"/>
            <a:chExt cx="7244080" cy="100330"/>
          </a:xfrm>
        </p:grpSpPr>
        <p:sp>
          <p:nvSpPr>
            <p:cNvPr id="7" name="object 53">
              <a:extLst>
                <a:ext uri="{FF2B5EF4-FFF2-40B4-BE49-F238E27FC236}">
                  <a16:creationId xmlns:a16="http://schemas.microsoft.com/office/drawing/2014/main" id="{CE312C74-F2AA-857D-6524-79318FCAC116}"/>
                </a:ext>
              </a:extLst>
            </p:cNvPr>
            <p:cNvSpPr/>
            <p:nvPr/>
          </p:nvSpPr>
          <p:spPr>
            <a:xfrm>
              <a:off x="529259" y="-10"/>
              <a:ext cx="1449070" cy="100330"/>
            </a:xfrm>
            <a:custGeom>
              <a:avLst/>
              <a:gdLst/>
              <a:ahLst/>
              <a:cxnLst/>
              <a:rect l="l" t="t" r="r" b="b"/>
              <a:pathLst>
                <a:path w="1449070" h="100330">
                  <a:moveTo>
                    <a:pt x="1448815" y="0"/>
                  </a:moveTo>
                  <a:lnTo>
                    <a:pt x="0" y="0"/>
                  </a:lnTo>
                  <a:lnTo>
                    <a:pt x="0" y="100213"/>
                  </a:lnTo>
                  <a:lnTo>
                    <a:pt x="1448815" y="100213"/>
                  </a:lnTo>
                  <a:lnTo>
                    <a:pt x="1448815" y="0"/>
                  </a:lnTo>
                  <a:close/>
                </a:path>
              </a:pathLst>
            </a:custGeom>
            <a:solidFill>
              <a:srgbClr val="2435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54">
              <a:extLst>
                <a:ext uri="{FF2B5EF4-FFF2-40B4-BE49-F238E27FC236}">
                  <a16:creationId xmlns:a16="http://schemas.microsoft.com/office/drawing/2014/main" id="{4F1DC99B-7BD6-96B1-70CC-69A5F44C0099}"/>
                </a:ext>
              </a:extLst>
            </p:cNvPr>
            <p:cNvSpPr/>
            <p:nvPr/>
          </p:nvSpPr>
          <p:spPr>
            <a:xfrm>
              <a:off x="1978024" y="-10"/>
              <a:ext cx="1449070" cy="100330"/>
            </a:xfrm>
            <a:custGeom>
              <a:avLst/>
              <a:gdLst/>
              <a:ahLst/>
              <a:cxnLst/>
              <a:rect l="l" t="t" r="r" b="b"/>
              <a:pathLst>
                <a:path w="1449070" h="100330">
                  <a:moveTo>
                    <a:pt x="1448815" y="0"/>
                  </a:moveTo>
                  <a:lnTo>
                    <a:pt x="0" y="0"/>
                  </a:lnTo>
                  <a:lnTo>
                    <a:pt x="0" y="100213"/>
                  </a:lnTo>
                  <a:lnTo>
                    <a:pt x="1448815" y="100213"/>
                  </a:lnTo>
                  <a:lnTo>
                    <a:pt x="1448815" y="0"/>
                  </a:lnTo>
                  <a:close/>
                </a:path>
              </a:pathLst>
            </a:custGeom>
            <a:solidFill>
              <a:srgbClr val="1780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55">
              <a:extLst>
                <a:ext uri="{FF2B5EF4-FFF2-40B4-BE49-F238E27FC236}">
                  <a16:creationId xmlns:a16="http://schemas.microsoft.com/office/drawing/2014/main" id="{D54B353A-D8DB-86EC-16CE-549F782334F2}"/>
                </a:ext>
              </a:extLst>
            </p:cNvPr>
            <p:cNvSpPr/>
            <p:nvPr/>
          </p:nvSpPr>
          <p:spPr>
            <a:xfrm>
              <a:off x="3426841" y="-10"/>
              <a:ext cx="1449070" cy="100330"/>
            </a:xfrm>
            <a:custGeom>
              <a:avLst/>
              <a:gdLst/>
              <a:ahLst/>
              <a:cxnLst/>
              <a:rect l="l" t="t" r="r" b="b"/>
              <a:pathLst>
                <a:path w="1449070" h="100330">
                  <a:moveTo>
                    <a:pt x="1448815" y="0"/>
                  </a:moveTo>
                  <a:lnTo>
                    <a:pt x="0" y="0"/>
                  </a:lnTo>
                  <a:lnTo>
                    <a:pt x="0" y="100213"/>
                  </a:lnTo>
                  <a:lnTo>
                    <a:pt x="1448815" y="100213"/>
                  </a:lnTo>
                  <a:lnTo>
                    <a:pt x="1448815" y="0"/>
                  </a:lnTo>
                  <a:close/>
                </a:path>
              </a:pathLst>
            </a:custGeom>
            <a:solidFill>
              <a:srgbClr val="ED45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56">
              <a:extLst>
                <a:ext uri="{FF2B5EF4-FFF2-40B4-BE49-F238E27FC236}">
                  <a16:creationId xmlns:a16="http://schemas.microsoft.com/office/drawing/2014/main" id="{5675FBAD-8B24-EDC9-219D-6B0C2643978A}"/>
                </a:ext>
              </a:extLst>
            </p:cNvPr>
            <p:cNvSpPr/>
            <p:nvPr/>
          </p:nvSpPr>
          <p:spPr>
            <a:xfrm>
              <a:off x="4875656" y="-10"/>
              <a:ext cx="1449070" cy="100330"/>
            </a:xfrm>
            <a:custGeom>
              <a:avLst/>
              <a:gdLst/>
              <a:ahLst/>
              <a:cxnLst/>
              <a:rect l="l" t="t" r="r" b="b"/>
              <a:pathLst>
                <a:path w="1449070" h="100330">
                  <a:moveTo>
                    <a:pt x="1448815" y="0"/>
                  </a:moveTo>
                  <a:lnTo>
                    <a:pt x="0" y="0"/>
                  </a:lnTo>
                  <a:lnTo>
                    <a:pt x="0" y="100213"/>
                  </a:lnTo>
                  <a:lnTo>
                    <a:pt x="1448815" y="100213"/>
                  </a:lnTo>
                  <a:lnTo>
                    <a:pt x="1448815" y="0"/>
                  </a:lnTo>
                  <a:close/>
                </a:path>
              </a:pathLst>
            </a:custGeom>
            <a:solidFill>
              <a:srgbClr val="FFC5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57">
              <a:extLst>
                <a:ext uri="{FF2B5EF4-FFF2-40B4-BE49-F238E27FC236}">
                  <a16:creationId xmlns:a16="http://schemas.microsoft.com/office/drawing/2014/main" id="{B920E2F8-71A0-D66A-A812-1EA30218CB2D}"/>
                </a:ext>
              </a:extLst>
            </p:cNvPr>
            <p:cNvSpPr/>
            <p:nvPr/>
          </p:nvSpPr>
          <p:spPr>
            <a:xfrm>
              <a:off x="6324473" y="-10"/>
              <a:ext cx="1449070" cy="100330"/>
            </a:xfrm>
            <a:custGeom>
              <a:avLst/>
              <a:gdLst/>
              <a:ahLst/>
              <a:cxnLst/>
              <a:rect l="l" t="t" r="r" b="b"/>
              <a:pathLst>
                <a:path w="1449070" h="100330">
                  <a:moveTo>
                    <a:pt x="1448816" y="0"/>
                  </a:moveTo>
                  <a:lnTo>
                    <a:pt x="0" y="0"/>
                  </a:lnTo>
                  <a:lnTo>
                    <a:pt x="0" y="100213"/>
                  </a:lnTo>
                  <a:lnTo>
                    <a:pt x="1448816" y="100213"/>
                  </a:lnTo>
                  <a:lnTo>
                    <a:pt x="1448816" y="0"/>
                  </a:lnTo>
                  <a:close/>
                </a:path>
              </a:pathLst>
            </a:custGeom>
            <a:solidFill>
              <a:srgbClr val="34A7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4781C877-24FC-17F8-25DC-E0D46F9D1D97}"/>
              </a:ext>
            </a:extLst>
          </p:cNvPr>
          <p:cNvSpPr txBox="1"/>
          <p:nvPr/>
        </p:nvSpPr>
        <p:spPr>
          <a:xfrm>
            <a:off x="6009082" y="2885883"/>
            <a:ext cx="58019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https://www.futureskillsprime.in/info/digilocker/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0422C95-DE6C-DE49-51A8-585E4E3C14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921" y="1937499"/>
            <a:ext cx="4135387" cy="4135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70355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CA710A1-A0A5-CECC-61BB-499AF0CFF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Title 133">
            <a:extLst>
              <a:ext uri="{FF2B5EF4-FFF2-40B4-BE49-F238E27FC236}">
                <a16:creationId xmlns:a16="http://schemas.microsoft.com/office/drawing/2014/main" id="{4EC2324B-1FF8-6B71-6F4A-685B89D89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745" y="165113"/>
            <a:ext cx="9064752" cy="1097915"/>
          </a:xfrm>
        </p:spPr>
        <p:txBody>
          <a:bodyPr/>
          <a:lstStyle/>
          <a:p>
            <a:r>
              <a:rPr lang="en-US" dirty="0"/>
              <a:t>Project Steps  </a:t>
            </a:r>
          </a:p>
        </p:txBody>
      </p:sp>
      <p:sp>
        <p:nvSpPr>
          <p:cNvPr id="135" name="Text Placeholder 134">
            <a:extLst>
              <a:ext uri="{FF2B5EF4-FFF2-40B4-BE49-F238E27FC236}">
                <a16:creationId xmlns:a16="http://schemas.microsoft.com/office/drawing/2014/main" id="{4FA9D899-07FD-ABB6-1978-FA68EE06130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8745" y="1344676"/>
            <a:ext cx="9064752" cy="511175"/>
          </a:xfrm>
        </p:spPr>
        <p:txBody>
          <a:bodyPr/>
          <a:lstStyle/>
          <a:p>
            <a:r>
              <a:rPr lang="en-US" dirty="0"/>
              <a:t>At-a-glance</a:t>
            </a:r>
          </a:p>
        </p:txBody>
      </p:sp>
      <p:sp>
        <p:nvSpPr>
          <p:cNvPr id="136" name="Text Placeholder 135">
            <a:extLst>
              <a:ext uri="{FF2B5EF4-FFF2-40B4-BE49-F238E27FC236}">
                <a16:creationId xmlns:a16="http://schemas.microsoft.com/office/drawing/2014/main" id="{F6120DE3-D98A-1284-81E3-9A64C8E9686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485790" y="-1933564"/>
            <a:ext cx="1602817" cy="457960"/>
          </a:xfrm>
        </p:spPr>
        <p:txBody>
          <a:bodyPr/>
          <a:lstStyle/>
          <a:p>
            <a:pPr algn="ctr"/>
            <a:r>
              <a:rPr lang="en-US" sz="3200" dirty="0"/>
              <a:t>Step 1</a:t>
            </a:r>
          </a:p>
        </p:txBody>
      </p:sp>
      <p:sp>
        <p:nvSpPr>
          <p:cNvPr id="141" name="Text Placeholder 140">
            <a:extLst>
              <a:ext uri="{FF2B5EF4-FFF2-40B4-BE49-F238E27FC236}">
                <a16:creationId xmlns:a16="http://schemas.microsoft.com/office/drawing/2014/main" id="{41651AF1-AD55-EC92-A2B6-4984832CF08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2780399" y="-1099348"/>
            <a:ext cx="2622904" cy="573047"/>
          </a:xfrm>
        </p:spPr>
        <p:txBody>
          <a:bodyPr/>
          <a:lstStyle/>
          <a:p>
            <a:r>
              <a:rPr lang="en-US" sz="1800" dirty="0"/>
              <a:t>Register on Future Skill Prime Portal</a:t>
            </a:r>
          </a:p>
        </p:txBody>
      </p:sp>
      <p:sp>
        <p:nvSpPr>
          <p:cNvPr id="137" name="Text Placeholder 136">
            <a:extLst>
              <a:ext uri="{FF2B5EF4-FFF2-40B4-BE49-F238E27FC236}">
                <a16:creationId xmlns:a16="http://schemas.microsoft.com/office/drawing/2014/main" id="{7D169D41-28BF-0F1B-DA1C-EA0EFA8397F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05584" y="665205"/>
            <a:ext cx="4545097" cy="732468"/>
          </a:xfrm>
        </p:spPr>
        <p:txBody>
          <a:bodyPr/>
          <a:lstStyle/>
          <a:p>
            <a:pPr algn="ctr"/>
            <a:r>
              <a:rPr lang="en-US" sz="3200" dirty="0"/>
              <a:t> Step 4</a:t>
            </a:r>
          </a:p>
        </p:txBody>
      </p:sp>
      <p:sp>
        <p:nvSpPr>
          <p:cNvPr id="142" name="Text Placeholder 141">
            <a:extLst>
              <a:ext uri="{FF2B5EF4-FFF2-40B4-BE49-F238E27FC236}">
                <a16:creationId xmlns:a16="http://schemas.microsoft.com/office/drawing/2014/main" id="{5B18BCE3-78BE-9C24-B244-79308D318EC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557810" y="1318593"/>
            <a:ext cx="4545097" cy="778652"/>
          </a:xfrm>
        </p:spPr>
        <p:txBody>
          <a:bodyPr/>
          <a:lstStyle/>
          <a:p>
            <a:r>
              <a:rPr lang="en-US" sz="1800" dirty="0"/>
              <a:t>Complete Proposed Course </a:t>
            </a:r>
            <a:r>
              <a:rPr lang="en-US" sz="1800" dirty="0">
                <a:hlinkClick r:id="rId2"/>
              </a:rPr>
              <a:t>https://www.futureskillsprime.in/course/exploratory-data-analysis/</a:t>
            </a:r>
            <a:r>
              <a:rPr lang="en-US" sz="1800" dirty="0"/>
              <a:t>  </a:t>
            </a:r>
          </a:p>
          <a:p>
            <a:endParaRPr lang="en-US" sz="1800" dirty="0"/>
          </a:p>
        </p:txBody>
      </p:sp>
      <p:sp>
        <p:nvSpPr>
          <p:cNvPr id="139" name="Text Placeholder 138">
            <a:extLst>
              <a:ext uri="{FF2B5EF4-FFF2-40B4-BE49-F238E27FC236}">
                <a16:creationId xmlns:a16="http://schemas.microsoft.com/office/drawing/2014/main" id="{416AD62A-A329-4FD2-39B4-C15D3323375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7211182" y="1263029"/>
            <a:ext cx="1045464" cy="324779"/>
          </a:xfrm>
        </p:spPr>
        <p:txBody>
          <a:bodyPr/>
          <a:lstStyle/>
          <a:p>
            <a:pPr algn="ctr"/>
            <a:r>
              <a:rPr lang="en-US" sz="1050" dirty="0"/>
              <a:t>Step 4</a:t>
            </a:r>
          </a:p>
        </p:txBody>
      </p:sp>
      <p:sp>
        <p:nvSpPr>
          <p:cNvPr id="144" name="Text Placeholder 143">
            <a:extLst>
              <a:ext uri="{FF2B5EF4-FFF2-40B4-BE49-F238E27FC236}">
                <a16:creationId xmlns:a16="http://schemas.microsoft.com/office/drawing/2014/main" id="{B6094DDC-31D2-4B74-6623-B56C63A06F5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6904403" y="2097245"/>
            <a:ext cx="1659022" cy="365121"/>
          </a:xfrm>
        </p:spPr>
        <p:txBody>
          <a:bodyPr/>
          <a:lstStyle/>
          <a:p>
            <a:r>
              <a:rPr lang="en-US" sz="600" dirty="0"/>
              <a:t>Submit Google Form</a:t>
            </a:r>
          </a:p>
        </p:txBody>
      </p:sp>
      <p:sp>
        <p:nvSpPr>
          <p:cNvPr id="140" name="Text Placeholder 139">
            <a:extLst>
              <a:ext uri="{FF2B5EF4-FFF2-40B4-BE49-F238E27FC236}">
                <a16:creationId xmlns:a16="http://schemas.microsoft.com/office/drawing/2014/main" id="{39163DFD-9B6C-A324-32FF-CD34906BAB6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9550621" y="1263028"/>
            <a:ext cx="1045464" cy="511155"/>
          </a:xfrm>
        </p:spPr>
        <p:txBody>
          <a:bodyPr/>
          <a:lstStyle/>
          <a:p>
            <a:pPr algn="ctr"/>
            <a:r>
              <a:rPr lang="en-US" sz="1050" dirty="0"/>
              <a:t>Step 5</a:t>
            </a:r>
          </a:p>
        </p:txBody>
      </p:sp>
      <p:sp>
        <p:nvSpPr>
          <p:cNvPr id="145" name="Text Placeholder 144">
            <a:extLst>
              <a:ext uri="{FF2B5EF4-FFF2-40B4-BE49-F238E27FC236}">
                <a16:creationId xmlns:a16="http://schemas.microsoft.com/office/drawing/2014/main" id="{3522855C-36C0-2669-141A-C295E1552D6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9092867" y="2097245"/>
            <a:ext cx="1960972" cy="575313"/>
          </a:xfrm>
        </p:spPr>
        <p:txBody>
          <a:bodyPr/>
          <a:lstStyle/>
          <a:p>
            <a:r>
              <a:rPr lang="en-US" sz="600" dirty="0"/>
              <a:t>Choose from 100’s courses as per our choice</a:t>
            </a:r>
          </a:p>
        </p:txBody>
      </p:sp>
      <p:sp>
        <p:nvSpPr>
          <p:cNvPr id="304" name="Slide Number Placeholder 303">
            <a:extLst>
              <a:ext uri="{FF2B5EF4-FFF2-40B4-BE49-F238E27FC236}">
                <a16:creationId xmlns:a16="http://schemas.microsoft.com/office/drawing/2014/main" id="{E5AFBC4C-53D8-EF5C-BB15-9B583182C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8616" y="6072886"/>
            <a:ext cx="2743200" cy="365125"/>
          </a:xfrm>
        </p:spPr>
        <p:txBody>
          <a:bodyPr/>
          <a:lstStyle/>
          <a:p>
            <a:r>
              <a:rPr lang="en-US" dirty="0"/>
              <a:t>0</a:t>
            </a:r>
            <a:fld id="{E6B975A5-EA91-314B-AF62-F6E264554D2F}" type="slidenum">
              <a:rPr lang="en-US" smtClean="0"/>
              <a:pPr/>
              <a:t>7</a:t>
            </a:fld>
            <a:endParaRPr lang="en-US" dirty="0"/>
          </a:p>
        </p:txBody>
      </p: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39421E07-E886-DFF6-3BE8-DAEF682F94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199568" y="1475740"/>
            <a:ext cx="3291058" cy="0"/>
          </a:xfrm>
          <a:prstGeom prst="line">
            <a:avLst/>
          </a:prstGeom>
          <a:ln w="28575">
            <a:gradFill>
              <a:gsLst>
                <a:gs pos="0">
                  <a:schemeClr val="accent1"/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216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9B44D5DF-8F40-52F1-51EB-3BAAA33267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1030" y="2939258"/>
            <a:ext cx="1073205" cy="38102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6924E74-09E8-8AB5-5E11-FD54E152351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811" t="22754" r="9436" b="22736"/>
          <a:stretch>
            <a:fillRect/>
          </a:stretch>
        </p:blipFill>
        <p:spPr>
          <a:xfrm>
            <a:off x="8923065" y="3857615"/>
            <a:ext cx="1109133" cy="33231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EE449B3-A1AE-D126-013B-949009FAC55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2098" t="18234" r="30356" b="5739"/>
          <a:stretch>
            <a:fillRect/>
          </a:stretch>
        </p:blipFill>
        <p:spPr>
          <a:xfrm>
            <a:off x="8834965" y="4727269"/>
            <a:ext cx="1452034" cy="30899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7056C8C-6773-7A1E-9FC4-C20C750DE42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9375" r="93466">
                        <a14:foregroundMark x1="25852" y1="46923" x2="25852" y2="46923"/>
                        <a14:foregroundMark x1="37784" y1="49231" x2="37784" y2="49231"/>
                        <a14:foregroundMark x1="49148" y1="49231" x2="49148" y2="49231"/>
                        <a14:foregroundMark x1="50852" y1="53846" x2="50852" y2="53846"/>
                        <a14:foregroundMark x1="55682" y1="56923" x2="55682" y2="56923"/>
                        <a14:foregroundMark x1="63352" y1="52308" x2="63352" y2="52308"/>
                        <a14:foregroundMark x1="63636" y1="52308" x2="63636" y2="52308"/>
                        <a14:foregroundMark x1="63636" y1="50769" x2="85511" y2="47692"/>
                        <a14:foregroundMark x1="85511" y1="47692" x2="64205" y2="55385"/>
                        <a14:foregroundMark x1="64205" y1="55385" x2="63636" y2="54615"/>
                        <a14:foregroundMark x1="71591" y1="56923" x2="88636" y2="55385"/>
                        <a14:foregroundMark x1="85795" y1="51538" x2="88068" y2="56923"/>
                        <a14:foregroundMark x1="92045" y1="53077" x2="92045" y2="53077"/>
                        <a14:foregroundMark x1="90057" y1="51538" x2="90057" y2="51538"/>
                        <a14:foregroundMark x1="92898" y1="49231" x2="92898" y2="49231"/>
                        <a14:foregroundMark x1="92614" y1="49231" x2="92614" y2="49231"/>
                        <a14:foregroundMark x1="92614" y1="49231" x2="86648" y2="48462"/>
                        <a14:foregroundMark x1="85795" y1="58462" x2="92045" y2="57692"/>
                        <a14:foregroundMark x1="93466" y1="58462" x2="91193" y2="59231"/>
                        <a14:foregroundMark x1="84091" y1="59231" x2="76989" y2="58462"/>
                        <a14:foregroundMark x1="75852" y1="60000" x2="65057" y2="58462"/>
                        <a14:foregroundMark x1="65057" y1="58462" x2="66477" y2="47692"/>
                        <a14:foregroundMark x1="52273" y1="47692" x2="52273" y2="47692"/>
                        <a14:foregroundMark x1="34375" y1="51538" x2="34375" y2="5153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443325" y="5367253"/>
            <a:ext cx="2235315" cy="825542"/>
          </a:xfrm>
          <a:prstGeom prst="rect">
            <a:avLst/>
          </a:prstGeom>
        </p:spPr>
      </p:pic>
      <p:sp>
        <p:nvSpPr>
          <p:cNvPr id="13" name="Arrow: Down 12">
            <a:extLst>
              <a:ext uri="{FF2B5EF4-FFF2-40B4-BE49-F238E27FC236}">
                <a16:creationId xmlns:a16="http://schemas.microsoft.com/office/drawing/2014/main" id="{29EB50F9-71FC-6C05-C52D-4CBD55604298}"/>
              </a:ext>
            </a:extLst>
          </p:cNvPr>
          <p:cNvSpPr/>
          <p:nvPr/>
        </p:nvSpPr>
        <p:spPr>
          <a:xfrm>
            <a:off x="9362173" y="3394911"/>
            <a:ext cx="134754" cy="30899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724DCE4E-C267-364E-30A4-B68B1037D66C}"/>
              </a:ext>
            </a:extLst>
          </p:cNvPr>
          <p:cNvSpPr/>
          <p:nvPr/>
        </p:nvSpPr>
        <p:spPr>
          <a:xfrm>
            <a:off x="9362173" y="4304104"/>
            <a:ext cx="134754" cy="30899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51DF01A0-D78C-94D2-7050-767992C767DB}"/>
              </a:ext>
            </a:extLst>
          </p:cNvPr>
          <p:cNvSpPr/>
          <p:nvPr/>
        </p:nvSpPr>
        <p:spPr>
          <a:xfrm>
            <a:off x="9362173" y="5212757"/>
            <a:ext cx="134754" cy="30899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object 51">
            <a:extLst>
              <a:ext uri="{FF2B5EF4-FFF2-40B4-BE49-F238E27FC236}">
                <a16:creationId xmlns:a16="http://schemas.microsoft.com/office/drawing/2014/main" id="{5E6CF185-F121-129F-6476-02386E8186B9}"/>
              </a:ext>
            </a:extLst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429550" y="80598"/>
            <a:ext cx="2514959" cy="562048"/>
          </a:xfrm>
          <a:prstGeom prst="rect">
            <a:avLst/>
          </a:prstGeom>
        </p:spPr>
      </p:pic>
      <p:grpSp>
        <p:nvGrpSpPr>
          <p:cNvPr id="8" name="object 52">
            <a:extLst>
              <a:ext uri="{FF2B5EF4-FFF2-40B4-BE49-F238E27FC236}">
                <a16:creationId xmlns:a16="http://schemas.microsoft.com/office/drawing/2014/main" id="{CB1AF926-AC06-CD30-4586-A00CFB2C75E9}"/>
              </a:ext>
            </a:extLst>
          </p:cNvPr>
          <p:cNvGrpSpPr/>
          <p:nvPr/>
        </p:nvGrpSpPr>
        <p:grpSpPr>
          <a:xfrm>
            <a:off x="529259" y="-10"/>
            <a:ext cx="7244080" cy="100330"/>
            <a:chOff x="529259" y="-10"/>
            <a:chExt cx="7244080" cy="100330"/>
          </a:xfrm>
        </p:grpSpPr>
        <p:sp>
          <p:nvSpPr>
            <p:cNvPr id="9" name="object 53">
              <a:extLst>
                <a:ext uri="{FF2B5EF4-FFF2-40B4-BE49-F238E27FC236}">
                  <a16:creationId xmlns:a16="http://schemas.microsoft.com/office/drawing/2014/main" id="{8DB46E1B-EFB9-3555-398E-8D43B7D709F3}"/>
                </a:ext>
              </a:extLst>
            </p:cNvPr>
            <p:cNvSpPr/>
            <p:nvPr/>
          </p:nvSpPr>
          <p:spPr>
            <a:xfrm>
              <a:off x="529259" y="-10"/>
              <a:ext cx="1449070" cy="100330"/>
            </a:xfrm>
            <a:custGeom>
              <a:avLst/>
              <a:gdLst/>
              <a:ahLst/>
              <a:cxnLst/>
              <a:rect l="l" t="t" r="r" b="b"/>
              <a:pathLst>
                <a:path w="1449070" h="100330">
                  <a:moveTo>
                    <a:pt x="1448815" y="0"/>
                  </a:moveTo>
                  <a:lnTo>
                    <a:pt x="0" y="0"/>
                  </a:lnTo>
                  <a:lnTo>
                    <a:pt x="0" y="100213"/>
                  </a:lnTo>
                  <a:lnTo>
                    <a:pt x="1448815" y="100213"/>
                  </a:lnTo>
                  <a:lnTo>
                    <a:pt x="1448815" y="0"/>
                  </a:lnTo>
                  <a:close/>
                </a:path>
              </a:pathLst>
            </a:custGeom>
            <a:solidFill>
              <a:srgbClr val="2435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54">
              <a:extLst>
                <a:ext uri="{FF2B5EF4-FFF2-40B4-BE49-F238E27FC236}">
                  <a16:creationId xmlns:a16="http://schemas.microsoft.com/office/drawing/2014/main" id="{9A38301A-5CE6-8E26-ABBC-12AE49D83332}"/>
                </a:ext>
              </a:extLst>
            </p:cNvPr>
            <p:cNvSpPr/>
            <p:nvPr/>
          </p:nvSpPr>
          <p:spPr>
            <a:xfrm>
              <a:off x="1978024" y="-10"/>
              <a:ext cx="1449070" cy="100330"/>
            </a:xfrm>
            <a:custGeom>
              <a:avLst/>
              <a:gdLst/>
              <a:ahLst/>
              <a:cxnLst/>
              <a:rect l="l" t="t" r="r" b="b"/>
              <a:pathLst>
                <a:path w="1449070" h="100330">
                  <a:moveTo>
                    <a:pt x="1448815" y="0"/>
                  </a:moveTo>
                  <a:lnTo>
                    <a:pt x="0" y="0"/>
                  </a:lnTo>
                  <a:lnTo>
                    <a:pt x="0" y="100213"/>
                  </a:lnTo>
                  <a:lnTo>
                    <a:pt x="1448815" y="100213"/>
                  </a:lnTo>
                  <a:lnTo>
                    <a:pt x="1448815" y="0"/>
                  </a:lnTo>
                  <a:close/>
                </a:path>
              </a:pathLst>
            </a:custGeom>
            <a:solidFill>
              <a:srgbClr val="1780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55">
              <a:extLst>
                <a:ext uri="{FF2B5EF4-FFF2-40B4-BE49-F238E27FC236}">
                  <a16:creationId xmlns:a16="http://schemas.microsoft.com/office/drawing/2014/main" id="{9DF4CE52-7482-171A-5B2C-2D171D90AFC5}"/>
                </a:ext>
              </a:extLst>
            </p:cNvPr>
            <p:cNvSpPr/>
            <p:nvPr/>
          </p:nvSpPr>
          <p:spPr>
            <a:xfrm>
              <a:off x="3426841" y="-10"/>
              <a:ext cx="1449070" cy="100330"/>
            </a:xfrm>
            <a:custGeom>
              <a:avLst/>
              <a:gdLst/>
              <a:ahLst/>
              <a:cxnLst/>
              <a:rect l="l" t="t" r="r" b="b"/>
              <a:pathLst>
                <a:path w="1449070" h="100330">
                  <a:moveTo>
                    <a:pt x="1448815" y="0"/>
                  </a:moveTo>
                  <a:lnTo>
                    <a:pt x="0" y="0"/>
                  </a:lnTo>
                  <a:lnTo>
                    <a:pt x="0" y="100213"/>
                  </a:lnTo>
                  <a:lnTo>
                    <a:pt x="1448815" y="100213"/>
                  </a:lnTo>
                  <a:lnTo>
                    <a:pt x="1448815" y="0"/>
                  </a:lnTo>
                  <a:close/>
                </a:path>
              </a:pathLst>
            </a:custGeom>
            <a:solidFill>
              <a:srgbClr val="ED45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56">
              <a:extLst>
                <a:ext uri="{FF2B5EF4-FFF2-40B4-BE49-F238E27FC236}">
                  <a16:creationId xmlns:a16="http://schemas.microsoft.com/office/drawing/2014/main" id="{BF231A53-BA91-C2CD-C708-7059A45DCBF0}"/>
                </a:ext>
              </a:extLst>
            </p:cNvPr>
            <p:cNvSpPr/>
            <p:nvPr/>
          </p:nvSpPr>
          <p:spPr>
            <a:xfrm>
              <a:off x="4875656" y="-10"/>
              <a:ext cx="1449070" cy="100330"/>
            </a:xfrm>
            <a:custGeom>
              <a:avLst/>
              <a:gdLst/>
              <a:ahLst/>
              <a:cxnLst/>
              <a:rect l="l" t="t" r="r" b="b"/>
              <a:pathLst>
                <a:path w="1449070" h="100330">
                  <a:moveTo>
                    <a:pt x="1448815" y="0"/>
                  </a:moveTo>
                  <a:lnTo>
                    <a:pt x="0" y="0"/>
                  </a:lnTo>
                  <a:lnTo>
                    <a:pt x="0" y="100213"/>
                  </a:lnTo>
                  <a:lnTo>
                    <a:pt x="1448815" y="100213"/>
                  </a:lnTo>
                  <a:lnTo>
                    <a:pt x="1448815" y="0"/>
                  </a:lnTo>
                  <a:close/>
                </a:path>
              </a:pathLst>
            </a:custGeom>
            <a:solidFill>
              <a:srgbClr val="FFC5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57">
              <a:extLst>
                <a:ext uri="{FF2B5EF4-FFF2-40B4-BE49-F238E27FC236}">
                  <a16:creationId xmlns:a16="http://schemas.microsoft.com/office/drawing/2014/main" id="{F9FC95A1-6D97-BBED-A42E-E9425CB70C97}"/>
                </a:ext>
              </a:extLst>
            </p:cNvPr>
            <p:cNvSpPr/>
            <p:nvPr/>
          </p:nvSpPr>
          <p:spPr>
            <a:xfrm>
              <a:off x="6324473" y="-10"/>
              <a:ext cx="1449070" cy="100330"/>
            </a:xfrm>
            <a:custGeom>
              <a:avLst/>
              <a:gdLst/>
              <a:ahLst/>
              <a:cxnLst/>
              <a:rect l="l" t="t" r="r" b="b"/>
              <a:pathLst>
                <a:path w="1449070" h="100330">
                  <a:moveTo>
                    <a:pt x="1448816" y="0"/>
                  </a:moveTo>
                  <a:lnTo>
                    <a:pt x="0" y="0"/>
                  </a:lnTo>
                  <a:lnTo>
                    <a:pt x="0" y="100213"/>
                  </a:lnTo>
                  <a:lnTo>
                    <a:pt x="1448816" y="100213"/>
                  </a:lnTo>
                  <a:lnTo>
                    <a:pt x="1448816" y="0"/>
                  </a:lnTo>
                  <a:close/>
                </a:path>
              </a:pathLst>
            </a:custGeom>
            <a:solidFill>
              <a:srgbClr val="34A7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FB258E74-5E48-343D-4986-53C510E8687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9703" y="1774183"/>
            <a:ext cx="476250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22192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18775CC-6CEF-2A95-881B-2154B9396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Title 133">
            <a:extLst>
              <a:ext uri="{FF2B5EF4-FFF2-40B4-BE49-F238E27FC236}">
                <a16:creationId xmlns:a16="http://schemas.microsoft.com/office/drawing/2014/main" id="{C0DF59B8-B774-E53E-AD7F-BDBF119D3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745" y="165113"/>
            <a:ext cx="9064752" cy="1097915"/>
          </a:xfrm>
        </p:spPr>
        <p:txBody>
          <a:bodyPr/>
          <a:lstStyle/>
          <a:p>
            <a:r>
              <a:rPr lang="en-US" dirty="0"/>
              <a:t>Project Steps  </a:t>
            </a:r>
          </a:p>
        </p:txBody>
      </p:sp>
      <p:sp>
        <p:nvSpPr>
          <p:cNvPr id="135" name="Text Placeholder 134">
            <a:extLst>
              <a:ext uri="{FF2B5EF4-FFF2-40B4-BE49-F238E27FC236}">
                <a16:creationId xmlns:a16="http://schemas.microsoft.com/office/drawing/2014/main" id="{515E5399-E512-F75D-5BC9-82EF9603A4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8745" y="1344676"/>
            <a:ext cx="9064752" cy="511175"/>
          </a:xfrm>
        </p:spPr>
        <p:txBody>
          <a:bodyPr/>
          <a:lstStyle/>
          <a:p>
            <a:r>
              <a:rPr lang="en-US" dirty="0"/>
              <a:t>At-a-glance</a:t>
            </a:r>
          </a:p>
        </p:txBody>
      </p:sp>
      <p:sp>
        <p:nvSpPr>
          <p:cNvPr id="136" name="Text Placeholder 135">
            <a:extLst>
              <a:ext uri="{FF2B5EF4-FFF2-40B4-BE49-F238E27FC236}">
                <a16:creationId xmlns:a16="http://schemas.microsoft.com/office/drawing/2014/main" id="{50D0EEA8-8BE4-693B-C79A-BBE3F8D192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485790" y="-1933564"/>
            <a:ext cx="1602817" cy="457960"/>
          </a:xfrm>
        </p:spPr>
        <p:txBody>
          <a:bodyPr/>
          <a:lstStyle/>
          <a:p>
            <a:pPr algn="ctr"/>
            <a:r>
              <a:rPr lang="en-US" sz="3200" dirty="0"/>
              <a:t>Step 1</a:t>
            </a:r>
          </a:p>
        </p:txBody>
      </p:sp>
      <p:sp>
        <p:nvSpPr>
          <p:cNvPr id="141" name="Text Placeholder 140">
            <a:extLst>
              <a:ext uri="{FF2B5EF4-FFF2-40B4-BE49-F238E27FC236}">
                <a16:creationId xmlns:a16="http://schemas.microsoft.com/office/drawing/2014/main" id="{3035F349-B69D-9FCC-F2BD-43133DCBF7C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2780399" y="-1099348"/>
            <a:ext cx="2622904" cy="573047"/>
          </a:xfrm>
        </p:spPr>
        <p:txBody>
          <a:bodyPr/>
          <a:lstStyle/>
          <a:p>
            <a:r>
              <a:rPr lang="en-US" sz="1800" dirty="0"/>
              <a:t>Register on Future Skill Prime Portal</a:t>
            </a:r>
          </a:p>
        </p:txBody>
      </p:sp>
      <p:sp>
        <p:nvSpPr>
          <p:cNvPr id="137" name="Text Placeholder 136">
            <a:extLst>
              <a:ext uri="{FF2B5EF4-FFF2-40B4-BE49-F238E27FC236}">
                <a16:creationId xmlns:a16="http://schemas.microsoft.com/office/drawing/2014/main" id="{9BEAD5EC-AE29-FAA8-3B8C-BF7CA7AD362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660265" y="940161"/>
            <a:ext cx="1725846" cy="732468"/>
          </a:xfrm>
        </p:spPr>
        <p:txBody>
          <a:bodyPr/>
          <a:lstStyle/>
          <a:p>
            <a:pPr algn="ctr"/>
            <a:r>
              <a:rPr lang="en-US" sz="3200" dirty="0"/>
              <a:t>Step 5</a:t>
            </a:r>
          </a:p>
        </p:txBody>
      </p:sp>
      <p:sp>
        <p:nvSpPr>
          <p:cNvPr id="304" name="Slide Number Placeholder 303">
            <a:extLst>
              <a:ext uri="{FF2B5EF4-FFF2-40B4-BE49-F238E27FC236}">
                <a16:creationId xmlns:a16="http://schemas.microsoft.com/office/drawing/2014/main" id="{4BFBA9CF-480F-D7EE-C420-EB9E6B948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8616" y="6072886"/>
            <a:ext cx="2743200" cy="365125"/>
          </a:xfrm>
        </p:spPr>
        <p:txBody>
          <a:bodyPr/>
          <a:lstStyle/>
          <a:p>
            <a:r>
              <a:rPr lang="en-US" dirty="0"/>
              <a:t>0</a:t>
            </a:r>
            <a:fld id="{E6B975A5-EA91-314B-AF62-F6E264554D2F}" type="slidenum">
              <a:rPr lang="en-US" smtClean="0"/>
              <a:pPr/>
              <a:t>8</a:t>
            </a:fld>
            <a:endParaRPr lang="en-US" dirty="0"/>
          </a:p>
        </p:txBody>
      </p: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D0F90A87-A25B-E916-64A1-F7D1E6394B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199568" y="1475740"/>
            <a:ext cx="3291058" cy="0"/>
          </a:xfrm>
          <a:prstGeom prst="line">
            <a:avLst/>
          </a:prstGeom>
          <a:ln w="28575">
            <a:gradFill>
              <a:gsLst>
                <a:gs pos="0">
                  <a:schemeClr val="accent1"/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216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2BD0177-A98D-8A70-EA12-0AC1AF2AD8E6}"/>
              </a:ext>
            </a:extLst>
          </p:cNvPr>
          <p:cNvSpPr txBox="1"/>
          <p:nvPr/>
        </p:nvSpPr>
        <p:spPr>
          <a:xfrm>
            <a:off x="283464" y="6245352"/>
            <a:ext cx="5907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/>
              <a:t>* One free attempt</a:t>
            </a:r>
          </a:p>
        </p:txBody>
      </p:sp>
      <p:pic>
        <p:nvPicPr>
          <p:cNvPr id="5" name="object 51">
            <a:extLst>
              <a:ext uri="{FF2B5EF4-FFF2-40B4-BE49-F238E27FC236}">
                <a16:creationId xmlns:a16="http://schemas.microsoft.com/office/drawing/2014/main" id="{27C429D4-D095-83C7-F661-0674318365E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12064" y="180597"/>
            <a:ext cx="2514959" cy="562048"/>
          </a:xfrm>
          <a:prstGeom prst="rect">
            <a:avLst/>
          </a:prstGeom>
        </p:spPr>
      </p:pic>
      <p:grpSp>
        <p:nvGrpSpPr>
          <p:cNvPr id="6" name="object 52">
            <a:extLst>
              <a:ext uri="{FF2B5EF4-FFF2-40B4-BE49-F238E27FC236}">
                <a16:creationId xmlns:a16="http://schemas.microsoft.com/office/drawing/2014/main" id="{1148091B-49E4-3C88-5A7A-BF6059680797}"/>
              </a:ext>
            </a:extLst>
          </p:cNvPr>
          <p:cNvGrpSpPr/>
          <p:nvPr/>
        </p:nvGrpSpPr>
        <p:grpSpPr>
          <a:xfrm>
            <a:off x="529259" y="-10"/>
            <a:ext cx="7244080" cy="100330"/>
            <a:chOff x="529259" y="-10"/>
            <a:chExt cx="7244080" cy="100330"/>
          </a:xfrm>
        </p:grpSpPr>
        <p:sp>
          <p:nvSpPr>
            <p:cNvPr id="7" name="object 53">
              <a:extLst>
                <a:ext uri="{FF2B5EF4-FFF2-40B4-BE49-F238E27FC236}">
                  <a16:creationId xmlns:a16="http://schemas.microsoft.com/office/drawing/2014/main" id="{7C375C61-A3DF-14C7-83BD-CE3213C2B438}"/>
                </a:ext>
              </a:extLst>
            </p:cNvPr>
            <p:cNvSpPr/>
            <p:nvPr/>
          </p:nvSpPr>
          <p:spPr>
            <a:xfrm>
              <a:off x="529259" y="-10"/>
              <a:ext cx="1449070" cy="100330"/>
            </a:xfrm>
            <a:custGeom>
              <a:avLst/>
              <a:gdLst/>
              <a:ahLst/>
              <a:cxnLst/>
              <a:rect l="l" t="t" r="r" b="b"/>
              <a:pathLst>
                <a:path w="1449070" h="100330">
                  <a:moveTo>
                    <a:pt x="1448815" y="0"/>
                  </a:moveTo>
                  <a:lnTo>
                    <a:pt x="0" y="0"/>
                  </a:lnTo>
                  <a:lnTo>
                    <a:pt x="0" y="100213"/>
                  </a:lnTo>
                  <a:lnTo>
                    <a:pt x="1448815" y="100213"/>
                  </a:lnTo>
                  <a:lnTo>
                    <a:pt x="1448815" y="0"/>
                  </a:lnTo>
                  <a:close/>
                </a:path>
              </a:pathLst>
            </a:custGeom>
            <a:solidFill>
              <a:srgbClr val="2435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54">
              <a:extLst>
                <a:ext uri="{FF2B5EF4-FFF2-40B4-BE49-F238E27FC236}">
                  <a16:creationId xmlns:a16="http://schemas.microsoft.com/office/drawing/2014/main" id="{9A60AB2D-2CDB-6F94-22D1-33B81BD2D4B2}"/>
                </a:ext>
              </a:extLst>
            </p:cNvPr>
            <p:cNvSpPr/>
            <p:nvPr/>
          </p:nvSpPr>
          <p:spPr>
            <a:xfrm>
              <a:off x="1978024" y="-10"/>
              <a:ext cx="1449070" cy="100330"/>
            </a:xfrm>
            <a:custGeom>
              <a:avLst/>
              <a:gdLst/>
              <a:ahLst/>
              <a:cxnLst/>
              <a:rect l="l" t="t" r="r" b="b"/>
              <a:pathLst>
                <a:path w="1449070" h="100330">
                  <a:moveTo>
                    <a:pt x="1448815" y="0"/>
                  </a:moveTo>
                  <a:lnTo>
                    <a:pt x="0" y="0"/>
                  </a:lnTo>
                  <a:lnTo>
                    <a:pt x="0" y="100213"/>
                  </a:lnTo>
                  <a:lnTo>
                    <a:pt x="1448815" y="100213"/>
                  </a:lnTo>
                  <a:lnTo>
                    <a:pt x="1448815" y="0"/>
                  </a:lnTo>
                  <a:close/>
                </a:path>
              </a:pathLst>
            </a:custGeom>
            <a:solidFill>
              <a:srgbClr val="1780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55">
              <a:extLst>
                <a:ext uri="{FF2B5EF4-FFF2-40B4-BE49-F238E27FC236}">
                  <a16:creationId xmlns:a16="http://schemas.microsoft.com/office/drawing/2014/main" id="{BD15C37B-3750-3EBD-839C-903909007972}"/>
                </a:ext>
              </a:extLst>
            </p:cNvPr>
            <p:cNvSpPr/>
            <p:nvPr/>
          </p:nvSpPr>
          <p:spPr>
            <a:xfrm>
              <a:off x="3426841" y="-10"/>
              <a:ext cx="1449070" cy="100330"/>
            </a:xfrm>
            <a:custGeom>
              <a:avLst/>
              <a:gdLst/>
              <a:ahLst/>
              <a:cxnLst/>
              <a:rect l="l" t="t" r="r" b="b"/>
              <a:pathLst>
                <a:path w="1449070" h="100330">
                  <a:moveTo>
                    <a:pt x="1448815" y="0"/>
                  </a:moveTo>
                  <a:lnTo>
                    <a:pt x="0" y="0"/>
                  </a:lnTo>
                  <a:lnTo>
                    <a:pt x="0" y="100213"/>
                  </a:lnTo>
                  <a:lnTo>
                    <a:pt x="1448815" y="100213"/>
                  </a:lnTo>
                  <a:lnTo>
                    <a:pt x="1448815" y="0"/>
                  </a:lnTo>
                  <a:close/>
                </a:path>
              </a:pathLst>
            </a:custGeom>
            <a:solidFill>
              <a:srgbClr val="ED45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56">
              <a:extLst>
                <a:ext uri="{FF2B5EF4-FFF2-40B4-BE49-F238E27FC236}">
                  <a16:creationId xmlns:a16="http://schemas.microsoft.com/office/drawing/2014/main" id="{3F8EC702-6519-0F81-0DA7-D69127053242}"/>
                </a:ext>
              </a:extLst>
            </p:cNvPr>
            <p:cNvSpPr/>
            <p:nvPr/>
          </p:nvSpPr>
          <p:spPr>
            <a:xfrm>
              <a:off x="4875656" y="-10"/>
              <a:ext cx="1449070" cy="100330"/>
            </a:xfrm>
            <a:custGeom>
              <a:avLst/>
              <a:gdLst/>
              <a:ahLst/>
              <a:cxnLst/>
              <a:rect l="l" t="t" r="r" b="b"/>
              <a:pathLst>
                <a:path w="1449070" h="100330">
                  <a:moveTo>
                    <a:pt x="1448815" y="0"/>
                  </a:moveTo>
                  <a:lnTo>
                    <a:pt x="0" y="0"/>
                  </a:lnTo>
                  <a:lnTo>
                    <a:pt x="0" y="100213"/>
                  </a:lnTo>
                  <a:lnTo>
                    <a:pt x="1448815" y="100213"/>
                  </a:lnTo>
                  <a:lnTo>
                    <a:pt x="1448815" y="0"/>
                  </a:lnTo>
                  <a:close/>
                </a:path>
              </a:pathLst>
            </a:custGeom>
            <a:solidFill>
              <a:srgbClr val="FFC5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57">
              <a:extLst>
                <a:ext uri="{FF2B5EF4-FFF2-40B4-BE49-F238E27FC236}">
                  <a16:creationId xmlns:a16="http://schemas.microsoft.com/office/drawing/2014/main" id="{64DF44F1-E7B6-CE16-AE28-BD8351FF3D0C}"/>
                </a:ext>
              </a:extLst>
            </p:cNvPr>
            <p:cNvSpPr/>
            <p:nvPr/>
          </p:nvSpPr>
          <p:spPr>
            <a:xfrm>
              <a:off x="6324473" y="-10"/>
              <a:ext cx="1449070" cy="100330"/>
            </a:xfrm>
            <a:custGeom>
              <a:avLst/>
              <a:gdLst/>
              <a:ahLst/>
              <a:cxnLst/>
              <a:rect l="l" t="t" r="r" b="b"/>
              <a:pathLst>
                <a:path w="1449070" h="100330">
                  <a:moveTo>
                    <a:pt x="1448816" y="0"/>
                  </a:moveTo>
                  <a:lnTo>
                    <a:pt x="0" y="0"/>
                  </a:lnTo>
                  <a:lnTo>
                    <a:pt x="0" y="100213"/>
                  </a:lnTo>
                  <a:lnTo>
                    <a:pt x="1448816" y="100213"/>
                  </a:lnTo>
                  <a:lnTo>
                    <a:pt x="1448816" y="0"/>
                  </a:lnTo>
                  <a:close/>
                </a:path>
              </a:pathLst>
            </a:custGeom>
            <a:solidFill>
              <a:srgbClr val="34A7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B77E0D58-7140-1D55-FB4C-F6057A616B21}"/>
              </a:ext>
            </a:extLst>
          </p:cNvPr>
          <p:cNvSpPr txBox="1"/>
          <p:nvPr/>
        </p:nvSpPr>
        <p:spPr>
          <a:xfrm>
            <a:off x="1687454" y="2266156"/>
            <a:ext cx="9143832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6600" dirty="0"/>
              <a:t>Complete the Internship with HCL</a:t>
            </a:r>
          </a:p>
        </p:txBody>
      </p:sp>
    </p:spTree>
    <p:extLst>
      <p:ext uri="{BB962C8B-B14F-4D97-AF65-F5344CB8AC3E}">
        <p14:creationId xmlns:p14="http://schemas.microsoft.com/office/powerpoint/2010/main" val="6705935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79ABAF3-D5BB-FDF1-EF07-A58F76860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Title 133">
            <a:extLst>
              <a:ext uri="{FF2B5EF4-FFF2-40B4-BE49-F238E27FC236}">
                <a16:creationId xmlns:a16="http://schemas.microsoft.com/office/drawing/2014/main" id="{0177FF75-6116-7A99-676C-E8FD6F7AA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745" y="165113"/>
            <a:ext cx="9064752" cy="1097915"/>
          </a:xfrm>
        </p:spPr>
        <p:txBody>
          <a:bodyPr/>
          <a:lstStyle/>
          <a:p>
            <a:r>
              <a:rPr lang="en-US" dirty="0"/>
              <a:t>Project Steps  </a:t>
            </a:r>
          </a:p>
        </p:txBody>
      </p:sp>
      <p:sp>
        <p:nvSpPr>
          <p:cNvPr id="135" name="Text Placeholder 134">
            <a:extLst>
              <a:ext uri="{FF2B5EF4-FFF2-40B4-BE49-F238E27FC236}">
                <a16:creationId xmlns:a16="http://schemas.microsoft.com/office/drawing/2014/main" id="{EDDFEE81-5B5C-A89F-88A9-DB26A374347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8745" y="1344676"/>
            <a:ext cx="9064752" cy="511175"/>
          </a:xfrm>
        </p:spPr>
        <p:txBody>
          <a:bodyPr/>
          <a:lstStyle/>
          <a:p>
            <a:r>
              <a:rPr lang="en-US" dirty="0"/>
              <a:t>At-a-glance</a:t>
            </a:r>
          </a:p>
        </p:txBody>
      </p:sp>
      <p:sp>
        <p:nvSpPr>
          <p:cNvPr id="136" name="Text Placeholder 135">
            <a:extLst>
              <a:ext uri="{FF2B5EF4-FFF2-40B4-BE49-F238E27FC236}">
                <a16:creationId xmlns:a16="http://schemas.microsoft.com/office/drawing/2014/main" id="{ACBC579F-EE7B-D880-39B8-18FE61A8AFA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485790" y="-1933564"/>
            <a:ext cx="1602817" cy="457960"/>
          </a:xfrm>
        </p:spPr>
        <p:txBody>
          <a:bodyPr/>
          <a:lstStyle/>
          <a:p>
            <a:pPr algn="ctr"/>
            <a:r>
              <a:rPr lang="en-US" sz="3200" dirty="0"/>
              <a:t>Step 1</a:t>
            </a:r>
          </a:p>
        </p:txBody>
      </p:sp>
      <p:sp>
        <p:nvSpPr>
          <p:cNvPr id="141" name="Text Placeholder 140">
            <a:extLst>
              <a:ext uri="{FF2B5EF4-FFF2-40B4-BE49-F238E27FC236}">
                <a16:creationId xmlns:a16="http://schemas.microsoft.com/office/drawing/2014/main" id="{682F8C51-57E8-BDFB-BE29-EE77075F8E3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2780399" y="-1099348"/>
            <a:ext cx="2622904" cy="573047"/>
          </a:xfrm>
        </p:spPr>
        <p:txBody>
          <a:bodyPr/>
          <a:lstStyle/>
          <a:p>
            <a:r>
              <a:rPr lang="en-US" sz="1800" dirty="0"/>
              <a:t>Register on Future Skill Prime Portal</a:t>
            </a:r>
          </a:p>
        </p:txBody>
      </p:sp>
      <p:sp>
        <p:nvSpPr>
          <p:cNvPr id="137" name="Text Placeholder 136">
            <a:extLst>
              <a:ext uri="{FF2B5EF4-FFF2-40B4-BE49-F238E27FC236}">
                <a16:creationId xmlns:a16="http://schemas.microsoft.com/office/drawing/2014/main" id="{494588B8-C245-27F6-8C38-CC78B43F445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660265" y="940161"/>
            <a:ext cx="1725846" cy="732468"/>
          </a:xfrm>
        </p:spPr>
        <p:txBody>
          <a:bodyPr/>
          <a:lstStyle/>
          <a:p>
            <a:pPr algn="ctr"/>
            <a:r>
              <a:rPr lang="en-US" sz="3200" dirty="0"/>
              <a:t>Step 6</a:t>
            </a:r>
          </a:p>
        </p:txBody>
      </p:sp>
      <p:sp>
        <p:nvSpPr>
          <p:cNvPr id="304" name="Slide Number Placeholder 303">
            <a:extLst>
              <a:ext uri="{FF2B5EF4-FFF2-40B4-BE49-F238E27FC236}">
                <a16:creationId xmlns:a16="http://schemas.microsoft.com/office/drawing/2014/main" id="{8882FFC8-BD9E-26A8-30EA-76842C77A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8616" y="6072886"/>
            <a:ext cx="2743200" cy="365125"/>
          </a:xfrm>
        </p:spPr>
        <p:txBody>
          <a:bodyPr/>
          <a:lstStyle/>
          <a:p>
            <a:r>
              <a:rPr lang="en-US" dirty="0"/>
              <a:t>0</a:t>
            </a:r>
            <a:fld id="{E6B975A5-EA91-314B-AF62-F6E264554D2F}" type="slidenum">
              <a:rPr lang="en-US" smtClean="0"/>
              <a:pPr/>
              <a:t>9</a:t>
            </a:fld>
            <a:endParaRPr lang="en-US" dirty="0"/>
          </a:p>
        </p:txBody>
      </p: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F2B73374-ECBC-7E9E-986C-56BA6A57A7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199568" y="1475740"/>
            <a:ext cx="3291058" cy="0"/>
          </a:xfrm>
          <a:prstGeom prst="line">
            <a:avLst/>
          </a:prstGeom>
          <a:ln w="28575">
            <a:gradFill>
              <a:gsLst>
                <a:gs pos="0">
                  <a:schemeClr val="accent1"/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216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EE91479-EEF2-0592-346A-585B6E9A0EA7}"/>
              </a:ext>
            </a:extLst>
          </p:cNvPr>
          <p:cNvSpPr txBox="1"/>
          <p:nvPr/>
        </p:nvSpPr>
        <p:spPr>
          <a:xfrm>
            <a:off x="283464" y="6245352"/>
            <a:ext cx="5907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/>
              <a:t>* One free attempt</a:t>
            </a:r>
          </a:p>
        </p:txBody>
      </p:sp>
      <p:pic>
        <p:nvPicPr>
          <p:cNvPr id="5" name="object 51">
            <a:extLst>
              <a:ext uri="{FF2B5EF4-FFF2-40B4-BE49-F238E27FC236}">
                <a16:creationId xmlns:a16="http://schemas.microsoft.com/office/drawing/2014/main" id="{A6167370-F8EE-AB28-8FCA-60E6FD5807E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12064" y="180597"/>
            <a:ext cx="2514959" cy="562048"/>
          </a:xfrm>
          <a:prstGeom prst="rect">
            <a:avLst/>
          </a:prstGeom>
        </p:spPr>
      </p:pic>
      <p:grpSp>
        <p:nvGrpSpPr>
          <p:cNvPr id="6" name="object 52">
            <a:extLst>
              <a:ext uri="{FF2B5EF4-FFF2-40B4-BE49-F238E27FC236}">
                <a16:creationId xmlns:a16="http://schemas.microsoft.com/office/drawing/2014/main" id="{61766DF4-89D5-A4D0-0A96-9ED5AF448F85}"/>
              </a:ext>
            </a:extLst>
          </p:cNvPr>
          <p:cNvGrpSpPr/>
          <p:nvPr/>
        </p:nvGrpSpPr>
        <p:grpSpPr>
          <a:xfrm>
            <a:off x="529259" y="-10"/>
            <a:ext cx="7244080" cy="100330"/>
            <a:chOff x="529259" y="-10"/>
            <a:chExt cx="7244080" cy="100330"/>
          </a:xfrm>
        </p:grpSpPr>
        <p:sp>
          <p:nvSpPr>
            <p:cNvPr id="7" name="object 53">
              <a:extLst>
                <a:ext uri="{FF2B5EF4-FFF2-40B4-BE49-F238E27FC236}">
                  <a16:creationId xmlns:a16="http://schemas.microsoft.com/office/drawing/2014/main" id="{D25D0BF9-24D4-6A5A-194E-40FDE712CE07}"/>
                </a:ext>
              </a:extLst>
            </p:cNvPr>
            <p:cNvSpPr/>
            <p:nvPr/>
          </p:nvSpPr>
          <p:spPr>
            <a:xfrm>
              <a:off x="529259" y="-10"/>
              <a:ext cx="1449070" cy="100330"/>
            </a:xfrm>
            <a:custGeom>
              <a:avLst/>
              <a:gdLst/>
              <a:ahLst/>
              <a:cxnLst/>
              <a:rect l="l" t="t" r="r" b="b"/>
              <a:pathLst>
                <a:path w="1449070" h="100330">
                  <a:moveTo>
                    <a:pt x="1448815" y="0"/>
                  </a:moveTo>
                  <a:lnTo>
                    <a:pt x="0" y="0"/>
                  </a:lnTo>
                  <a:lnTo>
                    <a:pt x="0" y="100213"/>
                  </a:lnTo>
                  <a:lnTo>
                    <a:pt x="1448815" y="100213"/>
                  </a:lnTo>
                  <a:lnTo>
                    <a:pt x="1448815" y="0"/>
                  </a:lnTo>
                  <a:close/>
                </a:path>
              </a:pathLst>
            </a:custGeom>
            <a:solidFill>
              <a:srgbClr val="2435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54">
              <a:extLst>
                <a:ext uri="{FF2B5EF4-FFF2-40B4-BE49-F238E27FC236}">
                  <a16:creationId xmlns:a16="http://schemas.microsoft.com/office/drawing/2014/main" id="{A54E83E4-AE6B-D6F2-3DF8-51A6BB9F9CF4}"/>
                </a:ext>
              </a:extLst>
            </p:cNvPr>
            <p:cNvSpPr/>
            <p:nvPr/>
          </p:nvSpPr>
          <p:spPr>
            <a:xfrm>
              <a:off x="1978024" y="-10"/>
              <a:ext cx="1449070" cy="100330"/>
            </a:xfrm>
            <a:custGeom>
              <a:avLst/>
              <a:gdLst/>
              <a:ahLst/>
              <a:cxnLst/>
              <a:rect l="l" t="t" r="r" b="b"/>
              <a:pathLst>
                <a:path w="1449070" h="100330">
                  <a:moveTo>
                    <a:pt x="1448815" y="0"/>
                  </a:moveTo>
                  <a:lnTo>
                    <a:pt x="0" y="0"/>
                  </a:lnTo>
                  <a:lnTo>
                    <a:pt x="0" y="100213"/>
                  </a:lnTo>
                  <a:lnTo>
                    <a:pt x="1448815" y="100213"/>
                  </a:lnTo>
                  <a:lnTo>
                    <a:pt x="1448815" y="0"/>
                  </a:lnTo>
                  <a:close/>
                </a:path>
              </a:pathLst>
            </a:custGeom>
            <a:solidFill>
              <a:srgbClr val="1780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55">
              <a:extLst>
                <a:ext uri="{FF2B5EF4-FFF2-40B4-BE49-F238E27FC236}">
                  <a16:creationId xmlns:a16="http://schemas.microsoft.com/office/drawing/2014/main" id="{AA1C4CA7-A9D3-31CD-80AA-0ADD120991DF}"/>
                </a:ext>
              </a:extLst>
            </p:cNvPr>
            <p:cNvSpPr/>
            <p:nvPr/>
          </p:nvSpPr>
          <p:spPr>
            <a:xfrm>
              <a:off x="3426841" y="-10"/>
              <a:ext cx="1449070" cy="100330"/>
            </a:xfrm>
            <a:custGeom>
              <a:avLst/>
              <a:gdLst/>
              <a:ahLst/>
              <a:cxnLst/>
              <a:rect l="l" t="t" r="r" b="b"/>
              <a:pathLst>
                <a:path w="1449070" h="100330">
                  <a:moveTo>
                    <a:pt x="1448815" y="0"/>
                  </a:moveTo>
                  <a:lnTo>
                    <a:pt x="0" y="0"/>
                  </a:lnTo>
                  <a:lnTo>
                    <a:pt x="0" y="100213"/>
                  </a:lnTo>
                  <a:lnTo>
                    <a:pt x="1448815" y="100213"/>
                  </a:lnTo>
                  <a:lnTo>
                    <a:pt x="1448815" y="0"/>
                  </a:lnTo>
                  <a:close/>
                </a:path>
              </a:pathLst>
            </a:custGeom>
            <a:solidFill>
              <a:srgbClr val="ED45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56">
              <a:extLst>
                <a:ext uri="{FF2B5EF4-FFF2-40B4-BE49-F238E27FC236}">
                  <a16:creationId xmlns:a16="http://schemas.microsoft.com/office/drawing/2014/main" id="{1C1CA70C-8F74-8D21-4B71-8F91B69D74C6}"/>
                </a:ext>
              </a:extLst>
            </p:cNvPr>
            <p:cNvSpPr/>
            <p:nvPr/>
          </p:nvSpPr>
          <p:spPr>
            <a:xfrm>
              <a:off x="4875656" y="-10"/>
              <a:ext cx="1449070" cy="100330"/>
            </a:xfrm>
            <a:custGeom>
              <a:avLst/>
              <a:gdLst/>
              <a:ahLst/>
              <a:cxnLst/>
              <a:rect l="l" t="t" r="r" b="b"/>
              <a:pathLst>
                <a:path w="1449070" h="100330">
                  <a:moveTo>
                    <a:pt x="1448815" y="0"/>
                  </a:moveTo>
                  <a:lnTo>
                    <a:pt x="0" y="0"/>
                  </a:lnTo>
                  <a:lnTo>
                    <a:pt x="0" y="100213"/>
                  </a:lnTo>
                  <a:lnTo>
                    <a:pt x="1448815" y="100213"/>
                  </a:lnTo>
                  <a:lnTo>
                    <a:pt x="1448815" y="0"/>
                  </a:lnTo>
                  <a:close/>
                </a:path>
              </a:pathLst>
            </a:custGeom>
            <a:solidFill>
              <a:srgbClr val="FFC5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57">
              <a:extLst>
                <a:ext uri="{FF2B5EF4-FFF2-40B4-BE49-F238E27FC236}">
                  <a16:creationId xmlns:a16="http://schemas.microsoft.com/office/drawing/2014/main" id="{39007993-0E70-0705-451C-A5CD8B4569FF}"/>
                </a:ext>
              </a:extLst>
            </p:cNvPr>
            <p:cNvSpPr/>
            <p:nvPr/>
          </p:nvSpPr>
          <p:spPr>
            <a:xfrm>
              <a:off x="6324473" y="-10"/>
              <a:ext cx="1449070" cy="100330"/>
            </a:xfrm>
            <a:custGeom>
              <a:avLst/>
              <a:gdLst/>
              <a:ahLst/>
              <a:cxnLst/>
              <a:rect l="l" t="t" r="r" b="b"/>
              <a:pathLst>
                <a:path w="1449070" h="100330">
                  <a:moveTo>
                    <a:pt x="1448816" y="0"/>
                  </a:moveTo>
                  <a:lnTo>
                    <a:pt x="0" y="0"/>
                  </a:lnTo>
                  <a:lnTo>
                    <a:pt x="0" y="100213"/>
                  </a:lnTo>
                  <a:lnTo>
                    <a:pt x="1448816" y="100213"/>
                  </a:lnTo>
                  <a:lnTo>
                    <a:pt x="1448816" y="0"/>
                  </a:lnTo>
                  <a:close/>
                </a:path>
              </a:pathLst>
            </a:custGeom>
            <a:solidFill>
              <a:srgbClr val="34A7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ECBE2A9E-6242-C032-40E4-7A1C3E8D2BC9}"/>
              </a:ext>
            </a:extLst>
          </p:cNvPr>
          <p:cNvSpPr txBox="1"/>
          <p:nvPr/>
        </p:nvSpPr>
        <p:spPr>
          <a:xfrm>
            <a:off x="1427292" y="1986915"/>
            <a:ext cx="9794362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6600" dirty="0"/>
              <a:t>Apply For GOI Incentive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E46B783-B1EF-8BD6-A925-1E591760A129}"/>
              </a:ext>
            </a:extLst>
          </p:cNvPr>
          <p:cNvSpPr txBox="1"/>
          <p:nvPr/>
        </p:nvSpPr>
        <p:spPr>
          <a:xfrm>
            <a:off x="1978024" y="3441379"/>
            <a:ext cx="90647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/>
              <a:t>My Dashboard-&gt; My Ledger-&gt; Click Apply-&gt;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2781914-16B1-2827-0011-0C45C808F559}"/>
              </a:ext>
            </a:extLst>
          </p:cNvPr>
          <p:cNvSpPr txBox="1"/>
          <p:nvPr/>
        </p:nvSpPr>
        <p:spPr>
          <a:xfrm>
            <a:off x="1254143" y="4264690"/>
            <a:ext cx="987268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/>
              <a:t>After Applying Students will receive the CDAC Login Credentials, Using that Credential Students have to Loging and Fill the Bank Account Details.</a:t>
            </a:r>
          </a:p>
        </p:txBody>
      </p:sp>
    </p:spTree>
    <p:extLst>
      <p:ext uri="{BB962C8B-B14F-4D97-AF65-F5344CB8AC3E}">
        <p14:creationId xmlns:p14="http://schemas.microsoft.com/office/powerpoint/2010/main" val="41896055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2E7F2CB-74A8-2DAD-E452-64345F4A0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Title 133">
            <a:extLst>
              <a:ext uri="{FF2B5EF4-FFF2-40B4-BE49-F238E27FC236}">
                <a16:creationId xmlns:a16="http://schemas.microsoft.com/office/drawing/2014/main" id="{5C9A1781-693D-5D62-09BF-A4FA968CF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7772" y="1198091"/>
            <a:ext cx="4656457" cy="1097915"/>
          </a:xfrm>
        </p:spPr>
        <p:txBody>
          <a:bodyPr/>
          <a:lstStyle/>
          <a:p>
            <a:r>
              <a:rPr lang="en-US" dirty="0"/>
              <a:t>THANK YOU  </a:t>
            </a:r>
          </a:p>
        </p:txBody>
      </p:sp>
      <p:sp>
        <p:nvSpPr>
          <p:cNvPr id="136" name="Text Placeholder 135">
            <a:extLst>
              <a:ext uri="{FF2B5EF4-FFF2-40B4-BE49-F238E27FC236}">
                <a16:creationId xmlns:a16="http://schemas.microsoft.com/office/drawing/2014/main" id="{CDE31B65-3C81-FCCA-0456-F5F7994960C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485790" y="-1933564"/>
            <a:ext cx="1602817" cy="457960"/>
          </a:xfrm>
        </p:spPr>
        <p:txBody>
          <a:bodyPr/>
          <a:lstStyle/>
          <a:p>
            <a:pPr algn="ctr"/>
            <a:r>
              <a:rPr lang="en-US" sz="3200" dirty="0"/>
              <a:t>Step 1</a:t>
            </a:r>
          </a:p>
        </p:txBody>
      </p:sp>
      <p:sp>
        <p:nvSpPr>
          <p:cNvPr id="141" name="Text Placeholder 140">
            <a:extLst>
              <a:ext uri="{FF2B5EF4-FFF2-40B4-BE49-F238E27FC236}">
                <a16:creationId xmlns:a16="http://schemas.microsoft.com/office/drawing/2014/main" id="{4C9C5C56-C624-FB47-17A3-6F76CF1FA58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2780399" y="-1099348"/>
            <a:ext cx="2622904" cy="573047"/>
          </a:xfrm>
        </p:spPr>
        <p:txBody>
          <a:bodyPr/>
          <a:lstStyle/>
          <a:p>
            <a:r>
              <a:rPr lang="en-US" sz="1800" dirty="0"/>
              <a:t>Register on Future Skill Prime Portal</a:t>
            </a:r>
          </a:p>
        </p:txBody>
      </p:sp>
      <p:sp>
        <p:nvSpPr>
          <p:cNvPr id="304" name="Slide Number Placeholder 303">
            <a:extLst>
              <a:ext uri="{FF2B5EF4-FFF2-40B4-BE49-F238E27FC236}">
                <a16:creationId xmlns:a16="http://schemas.microsoft.com/office/drawing/2014/main" id="{E4DD24F1-2B62-9D64-42B1-132B928BB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8616" y="6072886"/>
            <a:ext cx="2743200" cy="365125"/>
          </a:xfrm>
        </p:spPr>
        <p:txBody>
          <a:bodyPr/>
          <a:lstStyle/>
          <a:p>
            <a:r>
              <a:rPr lang="en-US" dirty="0"/>
              <a:t>0</a:t>
            </a:r>
            <a:fld id="{E6B975A5-EA91-314B-AF62-F6E264554D2F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9" name="Title 133">
            <a:extLst>
              <a:ext uri="{FF2B5EF4-FFF2-40B4-BE49-F238E27FC236}">
                <a16:creationId xmlns:a16="http://schemas.microsoft.com/office/drawing/2014/main" id="{27AA6116-B8CE-F72B-0AA7-87F56439E730}"/>
              </a:ext>
            </a:extLst>
          </p:cNvPr>
          <p:cNvSpPr txBox="1">
            <a:spLocks/>
          </p:cNvSpPr>
          <p:nvPr/>
        </p:nvSpPr>
        <p:spPr>
          <a:xfrm>
            <a:off x="2646436" y="2880043"/>
            <a:ext cx="6899128" cy="1097915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sz="8000" dirty="0">
                <a:solidFill>
                  <a:srgbClr val="00B050"/>
                </a:solidFill>
                <a:latin typeface="Arabic Typesetting" panose="020F0502020204030204" pitchFamily="66" charset="-78"/>
                <a:ea typeface="ADLaM Display" panose="02010000000000000000" pitchFamily="2" charset="0"/>
                <a:cs typeface="Arabic Typesetting" panose="020F0502020204030204" pitchFamily="66" charset="-78"/>
              </a:rPr>
              <a:t>Stay Skilled. Stay Ahead</a:t>
            </a:r>
          </a:p>
        </p:txBody>
      </p:sp>
      <p:pic>
        <p:nvPicPr>
          <p:cNvPr id="2" name="object 51">
            <a:extLst>
              <a:ext uri="{FF2B5EF4-FFF2-40B4-BE49-F238E27FC236}">
                <a16:creationId xmlns:a16="http://schemas.microsoft.com/office/drawing/2014/main" id="{E73F937F-3A91-B0FB-43E3-33566B7ED64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33570" y="252394"/>
            <a:ext cx="2514959" cy="562048"/>
          </a:xfrm>
          <a:prstGeom prst="rect">
            <a:avLst/>
          </a:prstGeom>
        </p:spPr>
      </p:pic>
      <p:grpSp>
        <p:nvGrpSpPr>
          <p:cNvPr id="3" name="object 52">
            <a:extLst>
              <a:ext uri="{FF2B5EF4-FFF2-40B4-BE49-F238E27FC236}">
                <a16:creationId xmlns:a16="http://schemas.microsoft.com/office/drawing/2014/main" id="{4B76525C-8C45-9B48-0932-0F2E7746829F}"/>
              </a:ext>
            </a:extLst>
          </p:cNvPr>
          <p:cNvGrpSpPr/>
          <p:nvPr/>
        </p:nvGrpSpPr>
        <p:grpSpPr>
          <a:xfrm>
            <a:off x="529259" y="-10"/>
            <a:ext cx="7244080" cy="100330"/>
            <a:chOff x="529259" y="-10"/>
            <a:chExt cx="7244080" cy="100330"/>
          </a:xfrm>
        </p:grpSpPr>
        <p:sp>
          <p:nvSpPr>
            <p:cNvPr id="4" name="object 53">
              <a:extLst>
                <a:ext uri="{FF2B5EF4-FFF2-40B4-BE49-F238E27FC236}">
                  <a16:creationId xmlns:a16="http://schemas.microsoft.com/office/drawing/2014/main" id="{6D70C16E-2FA5-3EEB-53EE-2BE7CECC7219}"/>
                </a:ext>
              </a:extLst>
            </p:cNvPr>
            <p:cNvSpPr/>
            <p:nvPr/>
          </p:nvSpPr>
          <p:spPr>
            <a:xfrm>
              <a:off x="529259" y="-10"/>
              <a:ext cx="1449070" cy="100330"/>
            </a:xfrm>
            <a:custGeom>
              <a:avLst/>
              <a:gdLst/>
              <a:ahLst/>
              <a:cxnLst/>
              <a:rect l="l" t="t" r="r" b="b"/>
              <a:pathLst>
                <a:path w="1449070" h="100330">
                  <a:moveTo>
                    <a:pt x="1448815" y="0"/>
                  </a:moveTo>
                  <a:lnTo>
                    <a:pt x="0" y="0"/>
                  </a:lnTo>
                  <a:lnTo>
                    <a:pt x="0" y="100213"/>
                  </a:lnTo>
                  <a:lnTo>
                    <a:pt x="1448815" y="100213"/>
                  </a:lnTo>
                  <a:lnTo>
                    <a:pt x="1448815" y="0"/>
                  </a:lnTo>
                  <a:close/>
                </a:path>
              </a:pathLst>
            </a:custGeom>
            <a:solidFill>
              <a:srgbClr val="2435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4">
              <a:extLst>
                <a:ext uri="{FF2B5EF4-FFF2-40B4-BE49-F238E27FC236}">
                  <a16:creationId xmlns:a16="http://schemas.microsoft.com/office/drawing/2014/main" id="{2698451F-5F42-9D8D-5025-2D6E175B74CE}"/>
                </a:ext>
              </a:extLst>
            </p:cNvPr>
            <p:cNvSpPr/>
            <p:nvPr/>
          </p:nvSpPr>
          <p:spPr>
            <a:xfrm>
              <a:off x="1978024" y="-10"/>
              <a:ext cx="1449070" cy="100330"/>
            </a:xfrm>
            <a:custGeom>
              <a:avLst/>
              <a:gdLst/>
              <a:ahLst/>
              <a:cxnLst/>
              <a:rect l="l" t="t" r="r" b="b"/>
              <a:pathLst>
                <a:path w="1449070" h="100330">
                  <a:moveTo>
                    <a:pt x="1448815" y="0"/>
                  </a:moveTo>
                  <a:lnTo>
                    <a:pt x="0" y="0"/>
                  </a:lnTo>
                  <a:lnTo>
                    <a:pt x="0" y="100213"/>
                  </a:lnTo>
                  <a:lnTo>
                    <a:pt x="1448815" y="100213"/>
                  </a:lnTo>
                  <a:lnTo>
                    <a:pt x="1448815" y="0"/>
                  </a:lnTo>
                  <a:close/>
                </a:path>
              </a:pathLst>
            </a:custGeom>
            <a:solidFill>
              <a:srgbClr val="1780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55">
              <a:extLst>
                <a:ext uri="{FF2B5EF4-FFF2-40B4-BE49-F238E27FC236}">
                  <a16:creationId xmlns:a16="http://schemas.microsoft.com/office/drawing/2014/main" id="{0CA61960-723E-BB4E-EBCF-C725284ED3F6}"/>
                </a:ext>
              </a:extLst>
            </p:cNvPr>
            <p:cNvSpPr/>
            <p:nvPr/>
          </p:nvSpPr>
          <p:spPr>
            <a:xfrm>
              <a:off x="3426841" y="-10"/>
              <a:ext cx="1449070" cy="100330"/>
            </a:xfrm>
            <a:custGeom>
              <a:avLst/>
              <a:gdLst/>
              <a:ahLst/>
              <a:cxnLst/>
              <a:rect l="l" t="t" r="r" b="b"/>
              <a:pathLst>
                <a:path w="1449070" h="100330">
                  <a:moveTo>
                    <a:pt x="1448815" y="0"/>
                  </a:moveTo>
                  <a:lnTo>
                    <a:pt x="0" y="0"/>
                  </a:lnTo>
                  <a:lnTo>
                    <a:pt x="0" y="100213"/>
                  </a:lnTo>
                  <a:lnTo>
                    <a:pt x="1448815" y="100213"/>
                  </a:lnTo>
                  <a:lnTo>
                    <a:pt x="1448815" y="0"/>
                  </a:lnTo>
                  <a:close/>
                </a:path>
              </a:pathLst>
            </a:custGeom>
            <a:solidFill>
              <a:srgbClr val="ED45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56">
              <a:extLst>
                <a:ext uri="{FF2B5EF4-FFF2-40B4-BE49-F238E27FC236}">
                  <a16:creationId xmlns:a16="http://schemas.microsoft.com/office/drawing/2014/main" id="{FAFE5948-6E93-80F4-E85B-30C533B5B3A4}"/>
                </a:ext>
              </a:extLst>
            </p:cNvPr>
            <p:cNvSpPr/>
            <p:nvPr/>
          </p:nvSpPr>
          <p:spPr>
            <a:xfrm>
              <a:off x="4875656" y="-10"/>
              <a:ext cx="1449070" cy="100330"/>
            </a:xfrm>
            <a:custGeom>
              <a:avLst/>
              <a:gdLst/>
              <a:ahLst/>
              <a:cxnLst/>
              <a:rect l="l" t="t" r="r" b="b"/>
              <a:pathLst>
                <a:path w="1449070" h="100330">
                  <a:moveTo>
                    <a:pt x="1448815" y="0"/>
                  </a:moveTo>
                  <a:lnTo>
                    <a:pt x="0" y="0"/>
                  </a:lnTo>
                  <a:lnTo>
                    <a:pt x="0" y="100213"/>
                  </a:lnTo>
                  <a:lnTo>
                    <a:pt x="1448815" y="100213"/>
                  </a:lnTo>
                  <a:lnTo>
                    <a:pt x="1448815" y="0"/>
                  </a:lnTo>
                  <a:close/>
                </a:path>
              </a:pathLst>
            </a:custGeom>
            <a:solidFill>
              <a:srgbClr val="FFC5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57">
              <a:extLst>
                <a:ext uri="{FF2B5EF4-FFF2-40B4-BE49-F238E27FC236}">
                  <a16:creationId xmlns:a16="http://schemas.microsoft.com/office/drawing/2014/main" id="{C59B532C-3EB1-7640-B45B-7B684D7F1590}"/>
                </a:ext>
              </a:extLst>
            </p:cNvPr>
            <p:cNvSpPr/>
            <p:nvPr/>
          </p:nvSpPr>
          <p:spPr>
            <a:xfrm>
              <a:off x="6324473" y="-10"/>
              <a:ext cx="1449070" cy="100330"/>
            </a:xfrm>
            <a:custGeom>
              <a:avLst/>
              <a:gdLst/>
              <a:ahLst/>
              <a:cxnLst/>
              <a:rect l="l" t="t" r="r" b="b"/>
              <a:pathLst>
                <a:path w="1449070" h="100330">
                  <a:moveTo>
                    <a:pt x="1448816" y="0"/>
                  </a:moveTo>
                  <a:lnTo>
                    <a:pt x="0" y="0"/>
                  </a:lnTo>
                  <a:lnTo>
                    <a:pt x="0" y="100213"/>
                  </a:lnTo>
                  <a:lnTo>
                    <a:pt x="1448816" y="100213"/>
                  </a:lnTo>
                  <a:lnTo>
                    <a:pt x="1448816" y="0"/>
                  </a:lnTo>
                  <a:close/>
                </a:path>
              </a:pathLst>
            </a:custGeom>
            <a:solidFill>
              <a:srgbClr val="34A7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0026407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TM16411243">
      <a:dk1>
        <a:srgbClr val="000000"/>
      </a:dk1>
      <a:lt1>
        <a:srgbClr val="FFFFFF"/>
      </a:lt1>
      <a:dk2>
        <a:srgbClr val="2B2E42"/>
      </a:dk2>
      <a:lt2>
        <a:srgbClr val="E7E6E6"/>
      </a:lt2>
      <a:accent1>
        <a:srgbClr val="F4CE2F"/>
      </a:accent1>
      <a:accent2>
        <a:srgbClr val="D23958"/>
      </a:accent2>
      <a:accent3>
        <a:srgbClr val="F58020"/>
      </a:accent3>
      <a:accent4>
        <a:srgbClr val="009AD5"/>
      </a:accent4>
      <a:accent5>
        <a:srgbClr val="0479CE"/>
      </a:accent5>
      <a:accent6>
        <a:srgbClr val="25C29C"/>
      </a:accent6>
      <a:hlink>
        <a:srgbClr val="0563C1"/>
      </a:hlink>
      <a:folHlink>
        <a:srgbClr val="954F72"/>
      </a:folHlink>
    </a:clrScheme>
    <a:fontScheme name="Custom 70">
      <a:majorFont>
        <a:latin typeface="Avenir Next LT Pro Demi"/>
        <a:ea typeface=""/>
        <a:cs typeface=""/>
      </a:majorFont>
      <a:minorFont>
        <a:latin typeface="Avenir Next LT Pro 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6411243_Win32_SL_v4" id="{5E1028BC-039D-4A85-8182-5BC71B8BBFDB}" vid="{8FC0B532-47E6-48BF-A500-9A0D2EC4382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0FF118E-0388-4333-9D85-CA81E2C8D164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836CDCFB-1550-438B-8C76-AE76FBCD315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0A68F62-F174-4677-B07F-B071C4E6C2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{1E688804-FFED-4939-A193-DA6024580A8C}TFddc1ce9b-eb75-4d85-a28a-1edab7faa0b756df1501_win32-bf83c0c841c0</Template>
  <TotalTime>511</TotalTime>
  <Words>562</Words>
  <Application>Microsoft Office PowerPoint</Application>
  <PresentationFormat>Widescreen</PresentationFormat>
  <Paragraphs>101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Arabic Typesetting</vt:lpstr>
      <vt:lpstr>Arial</vt:lpstr>
      <vt:lpstr>Avenir Next LT Pro </vt:lpstr>
      <vt:lpstr>Avenir Next LT Pro Demi</vt:lpstr>
      <vt:lpstr>Calibri</vt:lpstr>
      <vt:lpstr>Lucida Sans Unicode</vt:lpstr>
      <vt:lpstr>Public Sans</vt:lpstr>
      <vt:lpstr>Source Sans 3</vt:lpstr>
      <vt:lpstr>Custom</vt:lpstr>
      <vt:lpstr>PowerPoint Presentation</vt:lpstr>
      <vt:lpstr>FutureSkills Prime A Govt. of India &amp; nasscom initiative</vt:lpstr>
      <vt:lpstr>Project Steps  </vt:lpstr>
      <vt:lpstr>Project Steps  </vt:lpstr>
      <vt:lpstr>Project Steps  </vt:lpstr>
      <vt:lpstr>Project Steps  </vt:lpstr>
      <vt:lpstr>Project Steps  </vt:lpstr>
      <vt:lpstr>Project Steps  </vt:lpstr>
      <vt:lpstr>Project Steps  </vt:lpstr>
      <vt:lpstr>THANK YOU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SANDEEP BHARDWAJ</dc:creator>
  <cp:lastModifiedBy>Ankit Sinha (nasscom)</cp:lastModifiedBy>
  <cp:revision>16</cp:revision>
  <dcterms:created xsi:type="dcterms:W3CDTF">2026-02-16T02:19:36Z</dcterms:created>
  <dcterms:modified xsi:type="dcterms:W3CDTF">2026-07-29T08:37:27Z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